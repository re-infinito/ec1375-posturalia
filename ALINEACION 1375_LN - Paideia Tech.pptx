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4"/>
  </p:notesMasterIdLst>
  <p:sldIdLst>
    <p:sldId id="306" r:id="rId2"/>
    <p:sldId id="382" r:id="rId3"/>
    <p:sldId id="384" r:id="rId4"/>
    <p:sldId id="353" r:id="rId5"/>
    <p:sldId id="361" r:id="rId6"/>
    <p:sldId id="327" r:id="rId7"/>
    <p:sldId id="362" r:id="rId8"/>
    <p:sldId id="340" r:id="rId9"/>
    <p:sldId id="363" r:id="rId10"/>
    <p:sldId id="383" r:id="rId11"/>
    <p:sldId id="257" r:id="rId12"/>
    <p:sldId id="295" r:id="rId13"/>
    <p:sldId id="364" r:id="rId14"/>
    <p:sldId id="365" r:id="rId15"/>
    <p:sldId id="296" r:id="rId16"/>
    <p:sldId id="297" r:id="rId17"/>
    <p:sldId id="298" r:id="rId18"/>
    <p:sldId id="299" r:id="rId19"/>
    <p:sldId id="258" r:id="rId20"/>
    <p:sldId id="262" r:id="rId21"/>
    <p:sldId id="263" r:id="rId22"/>
    <p:sldId id="259" r:id="rId23"/>
    <p:sldId id="381" r:id="rId24"/>
    <p:sldId id="260" r:id="rId25"/>
    <p:sldId id="264" r:id="rId26"/>
    <p:sldId id="265" r:id="rId27"/>
    <p:sldId id="266" r:id="rId28"/>
    <p:sldId id="267" r:id="rId29"/>
    <p:sldId id="270" r:id="rId30"/>
    <p:sldId id="268" r:id="rId31"/>
    <p:sldId id="271" r:id="rId32"/>
    <p:sldId id="272" r:id="rId33"/>
    <p:sldId id="276" r:id="rId34"/>
    <p:sldId id="279" r:id="rId35"/>
    <p:sldId id="273" r:id="rId36"/>
    <p:sldId id="277" r:id="rId37"/>
    <p:sldId id="280" r:id="rId38"/>
    <p:sldId id="281" r:id="rId39"/>
    <p:sldId id="282" r:id="rId40"/>
    <p:sldId id="283" r:id="rId41"/>
    <p:sldId id="284" r:id="rId42"/>
    <p:sldId id="278" r:id="rId43"/>
    <p:sldId id="261" r:id="rId44"/>
    <p:sldId id="274" r:id="rId45"/>
    <p:sldId id="300" r:id="rId46"/>
    <p:sldId id="285" r:id="rId47"/>
    <p:sldId id="366" r:id="rId48"/>
    <p:sldId id="286" r:id="rId49"/>
    <p:sldId id="287" r:id="rId50"/>
    <p:sldId id="301" r:id="rId51"/>
    <p:sldId id="288" r:id="rId52"/>
    <p:sldId id="289" r:id="rId53"/>
    <p:sldId id="302" r:id="rId54"/>
    <p:sldId id="303" r:id="rId55"/>
    <p:sldId id="290" r:id="rId56"/>
    <p:sldId id="291" r:id="rId57"/>
    <p:sldId id="304" r:id="rId58"/>
    <p:sldId id="292" r:id="rId59"/>
    <p:sldId id="293" r:id="rId60"/>
    <p:sldId id="294" r:id="rId61"/>
    <p:sldId id="344" r:id="rId62"/>
    <p:sldId id="378" r:id="rId63"/>
  </p:sldIdLst>
  <p:sldSz cx="12192000" cy="6858000"/>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465" autoAdjust="0"/>
    <p:restoredTop sz="96181"/>
  </p:normalViewPr>
  <p:slideViewPr>
    <p:cSldViewPr snapToGrid="0">
      <p:cViewPr>
        <p:scale>
          <a:sx n="110" d="100"/>
          <a:sy n="110" d="100"/>
        </p:scale>
        <p:origin x="522"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diagrams/_rels/data2.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6.svg"/><Relationship Id="rId1" Type="http://schemas.openxmlformats.org/officeDocument/2006/relationships/image" Target="../media/image5.png"/><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svg"/></Relationships>
</file>

<file path=ppt/diagrams/_rels/drawing2.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6.svg"/><Relationship Id="rId1" Type="http://schemas.openxmlformats.org/officeDocument/2006/relationships/image" Target="../media/image5.png"/><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svg"/></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DB188C4-7342-4F85-9808-496174912786}" type="doc">
      <dgm:prSet loTypeId="urn:microsoft.com/office/officeart/2016/7/layout/RepeatingBendingProcessNew" loCatId="process" qsTypeId="urn:microsoft.com/office/officeart/2005/8/quickstyle/simple1" qsCatId="simple" csTypeId="urn:microsoft.com/office/officeart/2005/8/colors/colorful5" csCatId="colorful" phldr="1"/>
      <dgm:spPr/>
      <dgm:t>
        <a:bodyPr/>
        <a:lstStyle/>
        <a:p>
          <a:endParaRPr lang="en-US"/>
        </a:p>
      </dgm:t>
    </dgm:pt>
    <dgm:pt modelId="{4012BEB8-A3F7-4DA4-ADBE-DFA5199DA8BC}">
      <dgm:prSet/>
      <dgm:spPr/>
      <dgm:t>
        <a:bodyPr/>
        <a:lstStyle/>
        <a:p>
          <a:r>
            <a:rPr lang="es-MX" dirty="0"/>
            <a:t>Fechas de impartición de este curso</a:t>
          </a:r>
          <a:endParaRPr lang="en-US" dirty="0"/>
        </a:p>
      </dgm:t>
    </dgm:pt>
    <dgm:pt modelId="{CA9BEF43-BF47-4FA5-AC16-9D614ADBD9E8}" type="parTrans" cxnId="{7B7147AE-B839-4D77-8BBC-8E2227D34401}">
      <dgm:prSet/>
      <dgm:spPr/>
      <dgm:t>
        <a:bodyPr/>
        <a:lstStyle/>
        <a:p>
          <a:endParaRPr lang="en-US"/>
        </a:p>
      </dgm:t>
    </dgm:pt>
    <dgm:pt modelId="{B7D296A3-768A-4A35-8785-19584A32D0FF}" type="sibTrans" cxnId="{7B7147AE-B839-4D77-8BBC-8E2227D34401}">
      <dgm:prSet/>
      <dgm:spPr/>
      <dgm:t>
        <a:bodyPr/>
        <a:lstStyle/>
        <a:p>
          <a:endParaRPr lang="en-US"/>
        </a:p>
      </dgm:t>
    </dgm:pt>
    <dgm:pt modelId="{B26D33B6-ADDF-40C8-A2C7-B38A4AAB077F}">
      <dgm:prSet/>
      <dgm:spPr/>
      <dgm:t>
        <a:bodyPr/>
        <a:lstStyle/>
        <a:p>
          <a:r>
            <a:rPr lang="es-MX" dirty="0"/>
            <a:t>Interación enfocada al tema que se este abordando</a:t>
          </a:r>
          <a:endParaRPr lang="en-US" dirty="0"/>
        </a:p>
      </dgm:t>
    </dgm:pt>
    <dgm:pt modelId="{6DB5E708-05BC-46A9-8062-DB7A35E829E7}" type="parTrans" cxnId="{438065A0-A076-44C1-A35C-EDC0F3FD4E8B}">
      <dgm:prSet/>
      <dgm:spPr/>
      <dgm:t>
        <a:bodyPr/>
        <a:lstStyle/>
        <a:p>
          <a:endParaRPr lang="en-US"/>
        </a:p>
      </dgm:t>
    </dgm:pt>
    <dgm:pt modelId="{0E040560-7EE8-4A41-9F21-0CB8B44ED706}" type="sibTrans" cxnId="{438065A0-A076-44C1-A35C-EDC0F3FD4E8B}">
      <dgm:prSet/>
      <dgm:spPr/>
      <dgm:t>
        <a:bodyPr/>
        <a:lstStyle/>
        <a:p>
          <a:endParaRPr lang="en-US"/>
        </a:p>
      </dgm:t>
    </dgm:pt>
    <dgm:pt modelId="{AB93086B-B9D5-47E3-96E2-FBD847DC9203}">
      <dgm:prSet/>
      <dgm:spPr/>
      <dgm:t>
        <a:bodyPr/>
        <a:lstStyle/>
        <a:p>
          <a:r>
            <a:rPr lang="es-MX"/>
            <a:t>Conducirse con respeto a todos los participantes</a:t>
          </a:r>
          <a:endParaRPr lang="en-US"/>
        </a:p>
      </dgm:t>
    </dgm:pt>
    <dgm:pt modelId="{33A94D65-013C-43D0-B4BE-2D09966AEF3D}" type="parTrans" cxnId="{51B6D55D-D976-43B2-8313-954EE8B9F056}">
      <dgm:prSet/>
      <dgm:spPr/>
      <dgm:t>
        <a:bodyPr/>
        <a:lstStyle/>
        <a:p>
          <a:endParaRPr lang="en-US"/>
        </a:p>
      </dgm:t>
    </dgm:pt>
    <dgm:pt modelId="{9560AD25-F986-45E7-9DE6-CDB92F2E8789}" type="sibTrans" cxnId="{51B6D55D-D976-43B2-8313-954EE8B9F056}">
      <dgm:prSet/>
      <dgm:spPr/>
      <dgm:t>
        <a:bodyPr/>
        <a:lstStyle/>
        <a:p>
          <a:endParaRPr lang="en-US"/>
        </a:p>
      </dgm:t>
    </dgm:pt>
    <dgm:pt modelId="{73C05A58-D42A-4248-ACCB-0B9782625FA2}">
      <dgm:prSet/>
      <dgm:spPr/>
      <dgm:t>
        <a:bodyPr/>
        <a:lstStyle/>
        <a:p>
          <a:r>
            <a:rPr lang="es-MX" dirty="0"/>
            <a:t>Tener cámara encendida en lo posible</a:t>
          </a:r>
          <a:endParaRPr lang="en-US" dirty="0"/>
        </a:p>
      </dgm:t>
    </dgm:pt>
    <dgm:pt modelId="{C8BA18A5-F8CA-4541-B476-0E82A47CC70C}" type="parTrans" cxnId="{AAA5F3B0-571C-4085-8401-FDC591A9F774}">
      <dgm:prSet/>
      <dgm:spPr/>
      <dgm:t>
        <a:bodyPr/>
        <a:lstStyle/>
        <a:p>
          <a:endParaRPr lang="en-US"/>
        </a:p>
      </dgm:t>
    </dgm:pt>
    <dgm:pt modelId="{928429D3-D3A3-41A6-BFB7-6E3C629352AF}" type="sibTrans" cxnId="{AAA5F3B0-571C-4085-8401-FDC591A9F774}">
      <dgm:prSet/>
      <dgm:spPr/>
      <dgm:t>
        <a:bodyPr/>
        <a:lstStyle/>
        <a:p>
          <a:endParaRPr lang="en-US"/>
        </a:p>
      </dgm:t>
    </dgm:pt>
    <dgm:pt modelId="{99CB0480-68A5-2743-AE11-7F0C71737685}">
      <dgm:prSet/>
      <dgm:spPr/>
      <dgm:t>
        <a:bodyPr/>
        <a:lstStyle/>
        <a:p>
          <a:r>
            <a:rPr lang="es-MX" dirty="0"/>
            <a:t>Ser cuidadosos con el microfono, no se cerrará para no impedir la retroalimentación</a:t>
          </a:r>
          <a:endParaRPr lang="en-US" dirty="0"/>
        </a:p>
      </dgm:t>
    </dgm:pt>
    <dgm:pt modelId="{7A03E2F1-5A2A-454F-B8B9-646356D6A7A1}" type="parTrans" cxnId="{3F6DC021-9683-EE4D-B844-A1D240FCAA10}">
      <dgm:prSet/>
      <dgm:spPr/>
      <dgm:t>
        <a:bodyPr/>
        <a:lstStyle/>
        <a:p>
          <a:endParaRPr lang="es-MX"/>
        </a:p>
      </dgm:t>
    </dgm:pt>
    <dgm:pt modelId="{206FC7FC-A9AF-7D4A-A898-52A7C6A07382}" type="sibTrans" cxnId="{3F6DC021-9683-EE4D-B844-A1D240FCAA10}">
      <dgm:prSet/>
      <dgm:spPr/>
      <dgm:t>
        <a:bodyPr/>
        <a:lstStyle/>
        <a:p>
          <a:endParaRPr lang="es-MX"/>
        </a:p>
      </dgm:t>
    </dgm:pt>
    <dgm:pt modelId="{83A3DAB2-D752-D243-A70E-469A90D089FC}" type="pres">
      <dgm:prSet presAssocID="{6DB188C4-7342-4F85-9808-496174912786}" presName="Name0" presStyleCnt="0">
        <dgm:presLayoutVars>
          <dgm:dir/>
          <dgm:resizeHandles val="exact"/>
        </dgm:presLayoutVars>
      </dgm:prSet>
      <dgm:spPr/>
    </dgm:pt>
    <dgm:pt modelId="{73AF389B-CEF2-C144-BE6B-472D4E9888D9}" type="pres">
      <dgm:prSet presAssocID="{4012BEB8-A3F7-4DA4-ADBE-DFA5199DA8BC}" presName="node" presStyleLbl="node1" presStyleIdx="0" presStyleCnt="5">
        <dgm:presLayoutVars>
          <dgm:bulletEnabled val="1"/>
        </dgm:presLayoutVars>
      </dgm:prSet>
      <dgm:spPr/>
    </dgm:pt>
    <dgm:pt modelId="{8970238F-3E72-964F-8668-76EB56CC4152}" type="pres">
      <dgm:prSet presAssocID="{B7D296A3-768A-4A35-8785-19584A32D0FF}" presName="sibTrans" presStyleLbl="sibTrans1D1" presStyleIdx="0" presStyleCnt="4"/>
      <dgm:spPr/>
    </dgm:pt>
    <dgm:pt modelId="{F0417E10-74EA-5045-B993-6598CB508922}" type="pres">
      <dgm:prSet presAssocID="{B7D296A3-768A-4A35-8785-19584A32D0FF}" presName="connectorText" presStyleLbl="sibTrans1D1" presStyleIdx="0" presStyleCnt="4"/>
      <dgm:spPr/>
    </dgm:pt>
    <dgm:pt modelId="{EB6C6775-330B-8A41-BBDA-9BF52ED42033}" type="pres">
      <dgm:prSet presAssocID="{99CB0480-68A5-2743-AE11-7F0C71737685}" presName="node" presStyleLbl="node1" presStyleIdx="1" presStyleCnt="5">
        <dgm:presLayoutVars>
          <dgm:bulletEnabled val="1"/>
        </dgm:presLayoutVars>
      </dgm:prSet>
      <dgm:spPr/>
    </dgm:pt>
    <dgm:pt modelId="{184D5EB4-96BE-4248-8E14-BC8D0B7459F2}" type="pres">
      <dgm:prSet presAssocID="{206FC7FC-A9AF-7D4A-A898-52A7C6A07382}" presName="sibTrans" presStyleLbl="sibTrans1D1" presStyleIdx="1" presStyleCnt="4"/>
      <dgm:spPr/>
    </dgm:pt>
    <dgm:pt modelId="{57553766-585B-5343-949A-056B803E240B}" type="pres">
      <dgm:prSet presAssocID="{206FC7FC-A9AF-7D4A-A898-52A7C6A07382}" presName="connectorText" presStyleLbl="sibTrans1D1" presStyleIdx="1" presStyleCnt="4"/>
      <dgm:spPr/>
    </dgm:pt>
    <dgm:pt modelId="{5B0294E1-188B-FF45-B31F-CC286CAC9EBC}" type="pres">
      <dgm:prSet presAssocID="{B26D33B6-ADDF-40C8-A2C7-B38A4AAB077F}" presName="node" presStyleLbl="node1" presStyleIdx="2" presStyleCnt="5">
        <dgm:presLayoutVars>
          <dgm:bulletEnabled val="1"/>
        </dgm:presLayoutVars>
      </dgm:prSet>
      <dgm:spPr/>
    </dgm:pt>
    <dgm:pt modelId="{BBFE0D06-41BE-A843-B228-982922A36819}" type="pres">
      <dgm:prSet presAssocID="{0E040560-7EE8-4A41-9F21-0CB8B44ED706}" presName="sibTrans" presStyleLbl="sibTrans1D1" presStyleIdx="2" presStyleCnt="4"/>
      <dgm:spPr/>
    </dgm:pt>
    <dgm:pt modelId="{14DEEF8F-232F-7E41-BC32-31B3FF64D75B}" type="pres">
      <dgm:prSet presAssocID="{0E040560-7EE8-4A41-9F21-0CB8B44ED706}" presName="connectorText" presStyleLbl="sibTrans1D1" presStyleIdx="2" presStyleCnt="4"/>
      <dgm:spPr/>
    </dgm:pt>
    <dgm:pt modelId="{C2645A3D-15B9-E24F-B54F-F1BD2A5B844C}" type="pres">
      <dgm:prSet presAssocID="{AB93086B-B9D5-47E3-96E2-FBD847DC9203}" presName="node" presStyleLbl="node1" presStyleIdx="3" presStyleCnt="5">
        <dgm:presLayoutVars>
          <dgm:bulletEnabled val="1"/>
        </dgm:presLayoutVars>
      </dgm:prSet>
      <dgm:spPr/>
    </dgm:pt>
    <dgm:pt modelId="{5742118F-3DA1-304D-B2A8-4121619CDE5C}" type="pres">
      <dgm:prSet presAssocID="{9560AD25-F986-45E7-9DE6-CDB92F2E8789}" presName="sibTrans" presStyleLbl="sibTrans1D1" presStyleIdx="3" presStyleCnt="4"/>
      <dgm:spPr/>
    </dgm:pt>
    <dgm:pt modelId="{0C5DF64A-6A82-E442-8133-FF12711A7A6C}" type="pres">
      <dgm:prSet presAssocID="{9560AD25-F986-45E7-9DE6-CDB92F2E8789}" presName="connectorText" presStyleLbl="sibTrans1D1" presStyleIdx="3" presStyleCnt="4"/>
      <dgm:spPr/>
    </dgm:pt>
    <dgm:pt modelId="{51094DAC-3736-5443-8893-DC0861E219BE}" type="pres">
      <dgm:prSet presAssocID="{73C05A58-D42A-4248-ACCB-0B9782625FA2}" presName="node" presStyleLbl="node1" presStyleIdx="4" presStyleCnt="5">
        <dgm:presLayoutVars>
          <dgm:bulletEnabled val="1"/>
        </dgm:presLayoutVars>
      </dgm:prSet>
      <dgm:spPr/>
    </dgm:pt>
  </dgm:ptLst>
  <dgm:cxnLst>
    <dgm:cxn modelId="{1ACBDA17-7524-FC4A-B924-EC741A14119E}" type="presOf" srcId="{9560AD25-F986-45E7-9DE6-CDB92F2E8789}" destId="{5742118F-3DA1-304D-B2A8-4121619CDE5C}" srcOrd="0" destOrd="0" presId="urn:microsoft.com/office/officeart/2016/7/layout/RepeatingBendingProcessNew"/>
    <dgm:cxn modelId="{4005DC1E-0EE8-CB4E-B598-83021135D73F}" type="presOf" srcId="{206FC7FC-A9AF-7D4A-A898-52A7C6A07382}" destId="{184D5EB4-96BE-4248-8E14-BC8D0B7459F2}" srcOrd="0" destOrd="0" presId="urn:microsoft.com/office/officeart/2016/7/layout/RepeatingBendingProcessNew"/>
    <dgm:cxn modelId="{3F6DC021-9683-EE4D-B844-A1D240FCAA10}" srcId="{6DB188C4-7342-4F85-9808-496174912786}" destId="{99CB0480-68A5-2743-AE11-7F0C71737685}" srcOrd="1" destOrd="0" parTransId="{7A03E2F1-5A2A-454F-B8B9-646356D6A7A1}" sibTransId="{206FC7FC-A9AF-7D4A-A898-52A7C6A07382}"/>
    <dgm:cxn modelId="{19445F30-3B09-994C-833A-AC4D9600201B}" type="presOf" srcId="{0E040560-7EE8-4A41-9F21-0CB8B44ED706}" destId="{14DEEF8F-232F-7E41-BC32-31B3FF64D75B}" srcOrd="1" destOrd="0" presId="urn:microsoft.com/office/officeart/2016/7/layout/RepeatingBendingProcessNew"/>
    <dgm:cxn modelId="{22CAFF30-86B8-DB4D-8AA1-79CC99C4E8DB}" type="presOf" srcId="{4012BEB8-A3F7-4DA4-ADBE-DFA5199DA8BC}" destId="{73AF389B-CEF2-C144-BE6B-472D4E9888D9}" srcOrd="0" destOrd="0" presId="urn:microsoft.com/office/officeart/2016/7/layout/RepeatingBendingProcessNew"/>
    <dgm:cxn modelId="{4A632137-0C65-8A4A-A898-072E454B298D}" type="presOf" srcId="{AB93086B-B9D5-47E3-96E2-FBD847DC9203}" destId="{C2645A3D-15B9-E24F-B54F-F1BD2A5B844C}" srcOrd="0" destOrd="0" presId="urn:microsoft.com/office/officeart/2016/7/layout/RepeatingBendingProcessNew"/>
    <dgm:cxn modelId="{51B6D55D-D976-43B2-8313-954EE8B9F056}" srcId="{6DB188C4-7342-4F85-9808-496174912786}" destId="{AB93086B-B9D5-47E3-96E2-FBD847DC9203}" srcOrd="3" destOrd="0" parTransId="{33A94D65-013C-43D0-B4BE-2D09966AEF3D}" sibTransId="{9560AD25-F986-45E7-9DE6-CDB92F2E8789}"/>
    <dgm:cxn modelId="{B4DA5D62-30AE-4B45-AAA5-86E7BC2628E5}" type="presOf" srcId="{0E040560-7EE8-4A41-9F21-0CB8B44ED706}" destId="{BBFE0D06-41BE-A843-B228-982922A36819}" srcOrd="0" destOrd="0" presId="urn:microsoft.com/office/officeart/2016/7/layout/RepeatingBendingProcessNew"/>
    <dgm:cxn modelId="{A16BDE65-47D1-2448-80D2-A7F6E715E4A9}" type="presOf" srcId="{9560AD25-F986-45E7-9DE6-CDB92F2E8789}" destId="{0C5DF64A-6A82-E442-8133-FF12711A7A6C}" srcOrd="1" destOrd="0" presId="urn:microsoft.com/office/officeart/2016/7/layout/RepeatingBendingProcessNew"/>
    <dgm:cxn modelId="{FE5A5E49-A7B9-4640-9420-AA419FEFCA9E}" type="presOf" srcId="{206FC7FC-A9AF-7D4A-A898-52A7C6A07382}" destId="{57553766-585B-5343-949A-056B803E240B}" srcOrd="1" destOrd="0" presId="urn:microsoft.com/office/officeart/2016/7/layout/RepeatingBendingProcessNew"/>
    <dgm:cxn modelId="{A2CE4E51-AA6B-144E-9BF6-1C07973CE1A6}" type="presOf" srcId="{B26D33B6-ADDF-40C8-A2C7-B38A4AAB077F}" destId="{5B0294E1-188B-FF45-B31F-CC286CAC9EBC}" srcOrd="0" destOrd="0" presId="urn:microsoft.com/office/officeart/2016/7/layout/RepeatingBendingProcessNew"/>
    <dgm:cxn modelId="{33EAED72-E8AA-E547-AA03-3218CE372EAC}" type="presOf" srcId="{99CB0480-68A5-2743-AE11-7F0C71737685}" destId="{EB6C6775-330B-8A41-BBDA-9BF52ED42033}" srcOrd="0" destOrd="0" presId="urn:microsoft.com/office/officeart/2016/7/layout/RepeatingBendingProcessNew"/>
    <dgm:cxn modelId="{F45A1657-1581-5140-8F3E-CF282F41DC3D}" type="presOf" srcId="{B7D296A3-768A-4A35-8785-19584A32D0FF}" destId="{F0417E10-74EA-5045-B993-6598CB508922}" srcOrd="1" destOrd="0" presId="urn:microsoft.com/office/officeart/2016/7/layout/RepeatingBendingProcessNew"/>
    <dgm:cxn modelId="{D666087E-1E7A-184B-85FD-D364E202856A}" type="presOf" srcId="{6DB188C4-7342-4F85-9808-496174912786}" destId="{83A3DAB2-D752-D243-A70E-469A90D089FC}" srcOrd="0" destOrd="0" presId="urn:microsoft.com/office/officeart/2016/7/layout/RepeatingBendingProcessNew"/>
    <dgm:cxn modelId="{A3D04084-CD3B-F140-A962-107D446615BA}" type="presOf" srcId="{B7D296A3-768A-4A35-8785-19584A32D0FF}" destId="{8970238F-3E72-964F-8668-76EB56CC4152}" srcOrd="0" destOrd="0" presId="urn:microsoft.com/office/officeart/2016/7/layout/RepeatingBendingProcessNew"/>
    <dgm:cxn modelId="{438065A0-A076-44C1-A35C-EDC0F3FD4E8B}" srcId="{6DB188C4-7342-4F85-9808-496174912786}" destId="{B26D33B6-ADDF-40C8-A2C7-B38A4AAB077F}" srcOrd="2" destOrd="0" parTransId="{6DB5E708-05BC-46A9-8062-DB7A35E829E7}" sibTransId="{0E040560-7EE8-4A41-9F21-0CB8B44ED706}"/>
    <dgm:cxn modelId="{7B7147AE-B839-4D77-8BBC-8E2227D34401}" srcId="{6DB188C4-7342-4F85-9808-496174912786}" destId="{4012BEB8-A3F7-4DA4-ADBE-DFA5199DA8BC}" srcOrd="0" destOrd="0" parTransId="{CA9BEF43-BF47-4FA5-AC16-9D614ADBD9E8}" sibTransId="{B7D296A3-768A-4A35-8785-19584A32D0FF}"/>
    <dgm:cxn modelId="{AAA5F3B0-571C-4085-8401-FDC591A9F774}" srcId="{6DB188C4-7342-4F85-9808-496174912786}" destId="{73C05A58-D42A-4248-ACCB-0B9782625FA2}" srcOrd="4" destOrd="0" parTransId="{C8BA18A5-F8CA-4541-B476-0E82A47CC70C}" sibTransId="{928429D3-D3A3-41A6-BFB7-6E3C629352AF}"/>
    <dgm:cxn modelId="{BFEAF1B2-3725-B34D-8B09-9C945BE1FC64}" type="presOf" srcId="{73C05A58-D42A-4248-ACCB-0B9782625FA2}" destId="{51094DAC-3736-5443-8893-DC0861E219BE}" srcOrd="0" destOrd="0" presId="urn:microsoft.com/office/officeart/2016/7/layout/RepeatingBendingProcessNew"/>
    <dgm:cxn modelId="{DBCD2F67-F1E3-E444-926E-784B261D7B0C}" type="presParOf" srcId="{83A3DAB2-D752-D243-A70E-469A90D089FC}" destId="{73AF389B-CEF2-C144-BE6B-472D4E9888D9}" srcOrd="0" destOrd="0" presId="urn:microsoft.com/office/officeart/2016/7/layout/RepeatingBendingProcessNew"/>
    <dgm:cxn modelId="{4018F476-ECD8-C241-AB4D-4DB57B628FB0}" type="presParOf" srcId="{83A3DAB2-D752-D243-A70E-469A90D089FC}" destId="{8970238F-3E72-964F-8668-76EB56CC4152}" srcOrd="1" destOrd="0" presId="urn:microsoft.com/office/officeart/2016/7/layout/RepeatingBendingProcessNew"/>
    <dgm:cxn modelId="{6C0FCD0A-1106-4149-9F6E-6A3C694392E7}" type="presParOf" srcId="{8970238F-3E72-964F-8668-76EB56CC4152}" destId="{F0417E10-74EA-5045-B993-6598CB508922}" srcOrd="0" destOrd="0" presId="urn:microsoft.com/office/officeart/2016/7/layout/RepeatingBendingProcessNew"/>
    <dgm:cxn modelId="{9A2985CD-2C2A-4840-ACB0-129CA061E921}" type="presParOf" srcId="{83A3DAB2-D752-D243-A70E-469A90D089FC}" destId="{EB6C6775-330B-8A41-BBDA-9BF52ED42033}" srcOrd="2" destOrd="0" presId="urn:microsoft.com/office/officeart/2016/7/layout/RepeatingBendingProcessNew"/>
    <dgm:cxn modelId="{1B2F5A8D-FD8B-BF42-862C-12F78C41A351}" type="presParOf" srcId="{83A3DAB2-D752-D243-A70E-469A90D089FC}" destId="{184D5EB4-96BE-4248-8E14-BC8D0B7459F2}" srcOrd="3" destOrd="0" presId="urn:microsoft.com/office/officeart/2016/7/layout/RepeatingBendingProcessNew"/>
    <dgm:cxn modelId="{470E0B75-BC19-1540-8809-1BFF3BEADD63}" type="presParOf" srcId="{184D5EB4-96BE-4248-8E14-BC8D0B7459F2}" destId="{57553766-585B-5343-949A-056B803E240B}" srcOrd="0" destOrd="0" presId="urn:microsoft.com/office/officeart/2016/7/layout/RepeatingBendingProcessNew"/>
    <dgm:cxn modelId="{C23297E3-1BF5-4B48-8865-C9F4BD72F8AF}" type="presParOf" srcId="{83A3DAB2-D752-D243-A70E-469A90D089FC}" destId="{5B0294E1-188B-FF45-B31F-CC286CAC9EBC}" srcOrd="4" destOrd="0" presId="urn:microsoft.com/office/officeart/2016/7/layout/RepeatingBendingProcessNew"/>
    <dgm:cxn modelId="{3A2E7B66-7310-F048-84F0-DF60EC152999}" type="presParOf" srcId="{83A3DAB2-D752-D243-A70E-469A90D089FC}" destId="{BBFE0D06-41BE-A843-B228-982922A36819}" srcOrd="5" destOrd="0" presId="urn:microsoft.com/office/officeart/2016/7/layout/RepeatingBendingProcessNew"/>
    <dgm:cxn modelId="{EDA8A1D6-5984-344F-A71E-FD87C77050EC}" type="presParOf" srcId="{BBFE0D06-41BE-A843-B228-982922A36819}" destId="{14DEEF8F-232F-7E41-BC32-31B3FF64D75B}" srcOrd="0" destOrd="0" presId="urn:microsoft.com/office/officeart/2016/7/layout/RepeatingBendingProcessNew"/>
    <dgm:cxn modelId="{CDF0BEED-8EF6-8543-BAC1-808FAB9EB0FC}" type="presParOf" srcId="{83A3DAB2-D752-D243-A70E-469A90D089FC}" destId="{C2645A3D-15B9-E24F-B54F-F1BD2A5B844C}" srcOrd="6" destOrd="0" presId="urn:microsoft.com/office/officeart/2016/7/layout/RepeatingBendingProcessNew"/>
    <dgm:cxn modelId="{CFFDFB51-71BF-1A42-9183-3D80103CE1DC}" type="presParOf" srcId="{83A3DAB2-D752-D243-A70E-469A90D089FC}" destId="{5742118F-3DA1-304D-B2A8-4121619CDE5C}" srcOrd="7" destOrd="0" presId="urn:microsoft.com/office/officeart/2016/7/layout/RepeatingBendingProcessNew"/>
    <dgm:cxn modelId="{C117FDEB-B3D2-474F-AC82-B823DAFA2495}" type="presParOf" srcId="{5742118F-3DA1-304D-B2A8-4121619CDE5C}" destId="{0C5DF64A-6A82-E442-8133-FF12711A7A6C}" srcOrd="0" destOrd="0" presId="urn:microsoft.com/office/officeart/2016/7/layout/RepeatingBendingProcessNew"/>
    <dgm:cxn modelId="{E96E8BC7-EADF-BE48-9144-3B61B7EFDE44}" type="presParOf" srcId="{83A3DAB2-D752-D243-A70E-469A90D089FC}" destId="{51094DAC-3736-5443-8893-DC0861E219BE}" srcOrd="8" destOrd="0" presId="urn:microsoft.com/office/officeart/2016/7/layout/RepeatingBendingProcessNew"/>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2C04EE3-5E86-48AD-8CAC-AC81A67A9435}"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F997169D-BB5B-4F9A-9664-B011C4534009}">
      <dgm:prSet/>
      <dgm:spPr/>
      <dgm:t>
        <a:bodyPr/>
        <a:lstStyle/>
        <a:p>
          <a:pPr>
            <a:lnSpc>
              <a:spcPct val="100000"/>
            </a:lnSpc>
          </a:pPr>
          <a:r>
            <a:rPr lang="es-MX" dirty="0"/>
            <a:t>❇️DIAGNOSTICO P. DE EVALUACION</a:t>
          </a:r>
          <a:endParaRPr lang="en-US" dirty="0"/>
        </a:p>
      </dgm:t>
    </dgm:pt>
    <dgm:pt modelId="{945231DA-CA39-4144-9A05-F8D41BA2AEB6}" type="parTrans" cxnId="{6E868619-2C9E-4FC0-9935-FF099A7D986E}">
      <dgm:prSet/>
      <dgm:spPr/>
      <dgm:t>
        <a:bodyPr/>
        <a:lstStyle/>
        <a:p>
          <a:endParaRPr lang="en-US"/>
        </a:p>
      </dgm:t>
    </dgm:pt>
    <dgm:pt modelId="{8CFC8452-89E0-404F-8609-A3C4D34AC4D5}" type="sibTrans" cxnId="{6E868619-2C9E-4FC0-9935-FF099A7D986E}">
      <dgm:prSet/>
      <dgm:spPr/>
      <dgm:t>
        <a:bodyPr/>
        <a:lstStyle/>
        <a:p>
          <a:endParaRPr lang="en-US"/>
        </a:p>
      </dgm:t>
    </dgm:pt>
    <dgm:pt modelId="{44087B74-D17C-49B8-94BB-67C6B3D4D984}">
      <dgm:prSet/>
      <dgm:spPr/>
      <dgm:t>
        <a:bodyPr/>
        <a:lstStyle/>
        <a:p>
          <a:pPr>
            <a:lnSpc>
              <a:spcPct val="100000"/>
            </a:lnSpc>
          </a:pPr>
          <a:r>
            <a:rPr lang="es-MX" dirty="0"/>
            <a:t>✅CONOCIMIENTOS</a:t>
          </a:r>
          <a:endParaRPr lang="en-US" dirty="0"/>
        </a:p>
      </dgm:t>
    </dgm:pt>
    <dgm:pt modelId="{10895FEB-E6D9-4B43-A566-88D7E06B8544}" type="parTrans" cxnId="{11A1C766-60DC-4441-9112-F33EB9DB54C2}">
      <dgm:prSet/>
      <dgm:spPr/>
      <dgm:t>
        <a:bodyPr/>
        <a:lstStyle/>
        <a:p>
          <a:endParaRPr lang="en-US"/>
        </a:p>
      </dgm:t>
    </dgm:pt>
    <dgm:pt modelId="{F71CEE44-0E8A-493D-BA9D-6A3D23878FF0}" type="sibTrans" cxnId="{11A1C766-60DC-4441-9112-F33EB9DB54C2}">
      <dgm:prSet/>
      <dgm:spPr/>
      <dgm:t>
        <a:bodyPr/>
        <a:lstStyle/>
        <a:p>
          <a:endParaRPr lang="en-US"/>
        </a:p>
      </dgm:t>
    </dgm:pt>
    <dgm:pt modelId="{B92815AC-F62B-47B5-9884-45BAF717C434}">
      <dgm:prSet/>
      <dgm:spPr/>
      <dgm:t>
        <a:bodyPr/>
        <a:lstStyle/>
        <a:p>
          <a:pPr>
            <a:lnSpc>
              <a:spcPct val="100000"/>
            </a:lnSpc>
          </a:pPr>
          <a:r>
            <a:rPr lang="es-MX" dirty="0"/>
            <a:t>✳️Evaluacion</a:t>
          </a:r>
          <a:endParaRPr lang="en-US" dirty="0"/>
        </a:p>
      </dgm:t>
    </dgm:pt>
    <dgm:pt modelId="{3EDEE526-F677-4D3E-B170-7146A3B071B2}" type="parTrans" cxnId="{C15C6A1A-867A-4582-8AFF-0E04CCA97EA9}">
      <dgm:prSet/>
      <dgm:spPr/>
      <dgm:t>
        <a:bodyPr/>
        <a:lstStyle/>
        <a:p>
          <a:endParaRPr lang="en-US"/>
        </a:p>
      </dgm:t>
    </dgm:pt>
    <dgm:pt modelId="{0CB30E8A-A8E4-4C55-9A53-7C82AE5832E9}" type="sibTrans" cxnId="{C15C6A1A-867A-4582-8AFF-0E04CCA97EA9}">
      <dgm:prSet/>
      <dgm:spPr/>
      <dgm:t>
        <a:bodyPr/>
        <a:lstStyle/>
        <a:p>
          <a:endParaRPr lang="en-US"/>
        </a:p>
      </dgm:t>
    </dgm:pt>
    <dgm:pt modelId="{0161DB81-D53C-4A8D-AE11-F0372038F222}">
      <dgm:prSet/>
      <dgm:spPr/>
      <dgm:t>
        <a:bodyPr/>
        <a:lstStyle/>
        <a:p>
          <a:pPr>
            <a:lnSpc>
              <a:spcPct val="100000"/>
            </a:lnSpc>
          </a:pPr>
          <a:r>
            <a:rPr lang="es-MX" dirty="0"/>
            <a:t>✅ Conocer el contenido del EC 1375</a:t>
          </a:r>
        </a:p>
        <a:p>
          <a:pPr>
            <a:lnSpc>
              <a:spcPct val="100000"/>
            </a:lnSpc>
          </a:pPr>
          <a:r>
            <a:rPr lang="es-MX" dirty="0"/>
            <a:t> </a:t>
          </a:r>
          <a:endParaRPr lang="en-US" dirty="0"/>
        </a:p>
      </dgm:t>
    </dgm:pt>
    <dgm:pt modelId="{15157BBE-1DC3-4C5E-8EE4-428FD965BFFA}" type="sibTrans" cxnId="{8F60AEEF-8BB5-4EFF-817E-A5C42DA1898E}">
      <dgm:prSet/>
      <dgm:spPr/>
      <dgm:t>
        <a:bodyPr/>
        <a:lstStyle/>
        <a:p>
          <a:endParaRPr lang="en-US"/>
        </a:p>
      </dgm:t>
    </dgm:pt>
    <dgm:pt modelId="{764A1B8D-3BB3-4BAF-9A82-3FF08C7CF6F7}" type="parTrans" cxnId="{8F60AEEF-8BB5-4EFF-817E-A5C42DA1898E}">
      <dgm:prSet/>
      <dgm:spPr/>
      <dgm:t>
        <a:bodyPr/>
        <a:lstStyle/>
        <a:p>
          <a:endParaRPr lang="en-US"/>
        </a:p>
      </dgm:t>
    </dgm:pt>
    <dgm:pt modelId="{40F1ECE6-FD0F-47D2-B518-E141DAACA140}" type="pres">
      <dgm:prSet presAssocID="{F2C04EE3-5E86-48AD-8CAC-AC81A67A9435}" presName="root" presStyleCnt="0">
        <dgm:presLayoutVars>
          <dgm:dir/>
          <dgm:resizeHandles val="exact"/>
        </dgm:presLayoutVars>
      </dgm:prSet>
      <dgm:spPr/>
    </dgm:pt>
    <dgm:pt modelId="{46B8E14E-6BB4-4849-A2F6-996A01640F53}" type="pres">
      <dgm:prSet presAssocID="{0161DB81-D53C-4A8D-AE11-F0372038F222}" presName="compNode" presStyleCnt="0"/>
      <dgm:spPr/>
    </dgm:pt>
    <dgm:pt modelId="{CF9A6914-C9E5-44D5-977F-626F6832AEC9}" type="pres">
      <dgm:prSet presAssocID="{0161DB81-D53C-4A8D-AE11-F0372038F222}" presName="bgRect" presStyleLbl="bgShp" presStyleIdx="0" presStyleCnt="4" custLinFactNeighborY="-16672"/>
      <dgm:spPr/>
    </dgm:pt>
    <dgm:pt modelId="{B782A15F-4FE8-4394-882C-592C48863978}" type="pres">
      <dgm:prSet presAssocID="{0161DB81-D53C-4A8D-AE11-F0372038F222}"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Brain in head"/>
        </a:ext>
      </dgm:extLst>
    </dgm:pt>
    <dgm:pt modelId="{93F687EE-83CF-46E7-A204-368DC73E9363}" type="pres">
      <dgm:prSet presAssocID="{0161DB81-D53C-4A8D-AE11-F0372038F222}" presName="spaceRect" presStyleCnt="0"/>
      <dgm:spPr/>
    </dgm:pt>
    <dgm:pt modelId="{580FF36F-9F94-4BB5-8056-70DCD704EE31}" type="pres">
      <dgm:prSet presAssocID="{0161DB81-D53C-4A8D-AE11-F0372038F222}" presName="parTx" presStyleLbl="revTx" presStyleIdx="0" presStyleCnt="4" custScaleX="104244">
        <dgm:presLayoutVars>
          <dgm:chMax val="0"/>
          <dgm:chPref val="0"/>
        </dgm:presLayoutVars>
      </dgm:prSet>
      <dgm:spPr/>
    </dgm:pt>
    <dgm:pt modelId="{2885D9E7-6DC2-4DA4-8BF1-FE9B06CD36A7}" type="pres">
      <dgm:prSet presAssocID="{15157BBE-1DC3-4C5E-8EE4-428FD965BFFA}" presName="sibTrans" presStyleCnt="0"/>
      <dgm:spPr/>
    </dgm:pt>
    <dgm:pt modelId="{7A59EAB4-845D-455E-A006-2D1E60CF2802}" type="pres">
      <dgm:prSet presAssocID="{F997169D-BB5B-4F9A-9664-B011C4534009}" presName="compNode" presStyleCnt="0"/>
      <dgm:spPr/>
    </dgm:pt>
    <dgm:pt modelId="{9C50DEF4-EAC4-4F9E-92B2-DCA64863AFA5}" type="pres">
      <dgm:prSet presAssocID="{F997169D-BB5B-4F9A-9664-B011C4534009}" presName="bgRect" presStyleLbl="bgShp" presStyleIdx="1" presStyleCnt="4"/>
      <dgm:spPr/>
    </dgm:pt>
    <dgm:pt modelId="{CBB74B5D-8C23-495F-93F1-D060F935A000}" type="pres">
      <dgm:prSet presAssocID="{F997169D-BB5B-4F9A-9664-B011C4534009}"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Office Worker"/>
        </a:ext>
      </dgm:extLst>
    </dgm:pt>
    <dgm:pt modelId="{A4B877C6-A4CB-4E59-BC7E-D0FCE25F57BC}" type="pres">
      <dgm:prSet presAssocID="{F997169D-BB5B-4F9A-9664-B011C4534009}" presName="spaceRect" presStyleCnt="0"/>
      <dgm:spPr/>
    </dgm:pt>
    <dgm:pt modelId="{1EE53602-53A8-4F7E-BCAE-448A2309FA3E}" type="pres">
      <dgm:prSet presAssocID="{F997169D-BB5B-4F9A-9664-B011C4534009}" presName="parTx" presStyleLbl="revTx" presStyleIdx="1" presStyleCnt="4">
        <dgm:presLayoutVars>
          <dgm:chMax val="0"/>
          <dgm:chPref val="0"/>
        </dgm:presLayoutVars>
      </dgm:prSet>
      <dgm:spPr/>
    </dgm:pt>
    <dgm:pt modelId="{2A968C30-F973-4179-9518-4FE441450F46}" type="pres">
      <dgm:prSet presAssocID="{8CFC8452-89E0-404F-8609-A3C4D34AC4D5}" presName="sibTrans" presStyleCnt="0"/>
      <dgm:spPr/>
    </dgm:pt>
    <dgm:pt modelId="{A29FF9D7-0936-43BA-910D-DEB03D3C341F}" type="pres">
      <dgm:prSet presAssocID="{44087B74-D17C-49B8-94BB-67C6B3D4D984}" presName="compNode" presStyleCnt="0"/>
      <dgm:spPr/>
    </dgm:pt>
    <dgm:pt modelId="{E3B8EB9A-3E0D-4EE2-8032-487BBCFD9756}" type="pres">
      <dgm:prSet presAssocID="{44087B74-D17C-49B8-94BB-67C6B3D4D984}" presName="bgRect" presStyleLbl="bgShp" presStyleIdx="2" presStyleCnt="4"/>
      <dgm:spPr/>
    </dgm:pt>
    <dgm:pt modelId="{5A831E4F-89AB-499E-BE20-CCE41587B035}" type="pres">
      <dgm:prSet presAssocID="{44087B74-D17C-49B8-94BB-67C6B3D4D984}"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Aula de clases"/>
        </a:ext>
      </dgm:extLst>
    </dgm:pt>
    <dgm:pt modelId="{3D9C6131-0D48-4124-B158-25EB4C78EC02}" type="pres">
      <dgm:prSet presAssocID="{44087B74-D17C-49B8-94BB-67C6B3D4D984}" presName="spaceRect" presStyleCnt="0"/>
      <dgm:spPr/>
    </dgm:pt>
    <dgm:pt modelId="{EC4D58E5-3BD0-4A43-BC68-76B882305B29}" type="pres">
      <dgm:prSet presAssocID="{44087B74-D17C-49B8-94BB-67C6B3D4D984}" presName="parTx" presStyleLbl="revTx" presStyleIdx="2" presStyleCnt="4">
        <dgm:presLayoutVars>
          <dgm:chMax val="0"/>
          <dgm:chPref val="0"/>
        </dgm:presLayoutVars>
      </dgm:prSet>
      <dgm:spPr/>
    </dgm:pt>
    <dgm:pt modelId="{238C6306-BB3A-4976-8E47-FD18EB8B34C4}" type="pres">
      <dgm:prSet presAssocID="{F71CEE44-0E8A-493D-BA9D-6A3D23878FF0}" presName="sibTrans" presStyleCnt="0"/>
      <dgm:spPr/>
    </dgm:pt>
    <dgm:pt modelId="{6A4F681E-DF1B-49C6-89B8-01C97F6069BD}" type="pres">
      <dgm:prSet presAssocID="{B92815AC-F62B-47B5-9884-45BAF717C434}" presName="compNode" presStyleCnt="0"/>
      <dgm:spPr/>
    </dgm:pt>
    <dgm:pt modelId="{2EF84F5C-D214-4C41-AF20-DA2F2CEB8CB8}" type="pres">
      <dgm:prSet presAssocID="{B92815AC-F62B-47B5-9884-45BAF717C434}" presName="bgRect" presStyleLbl="bgShp" presStyleIdx="3" presStyleCnt="4"/>
      <dgm:spPr/>
    </dgm:pt>
    <dgm:pt modelId="{D14A0B63-ADA1-436A-BB37-24D14EB57334}" type="pres">
      <dgm:prSet presAssocID="{B92815AC-F62B-47B5-9884-45BAF717C434}"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Marca de verificación"/>
        </a:ext>
      </dgm:extLst>
    </dgm:pt>
    <dgm:pt modelId="{D71729BE-FB24-4ADB-B16A-BE1A4C93193F}" type="pres">
      <dgm:prSet presAssocID="{B92815AC-F62B-47B5-9884-45BAF717C434}" presName="spaceRect" presStyleCnt="0"/>
      <dgm:spPr/>
    </dgm:pt>
    <dgm:pt modelId="{6EA0A215-1138-47B3-B35C-0AC3659C6D1E}" type="pres">
      <dgm:prSet presAssocID="{B92815AC-F62B-47B5-9884-45BAF717C434}" presName="parTx" presStyleLbl="revTx" presStyleIdx="3" presStyleCnt="4">
        <dgm:presLayoutVars>
          <dgm:chMax val="0"/>
          <dgm:chPref val="0"/>
        </dgm:presLayoutVars>
      </dgm:prSet>
      <dgm:spPr/>
    </dgm:pt>
  </dgm:ptLst>
  <dgm:cxnLst>
    <dgm:cxn modelId="{6E868619-2C9E-4FC0-9935-FF099A7D986E}" srcId="{F2C04EE3-5E86-48AD-8CAC-AC81A67A9435}" destId="{F997169D-BB5B-4F9A-9664-B011C4534009}" srcOrd="1" destOrd="0" parTransId="{945231DA-CA39-4144-9A05-F8D41BA2AEB6}" sibTransId="{8CFC8452-89E0-404F-8609-A3C4D34AC4D5}"/>
    <dgm:cxn modelId="{C15C6A1A-867A-4582-8AFF-0E04CCA97EA9}" srcId="{F2C04EE3-5E86-48AD-8CAC-AC81A67A9435}" destId="{B92815AC-F62B-47B5-9884-45BAF717C434}" srcOrd="3" destOrd="0" parTransId="{3EDEE526-F677-4D3E-B170-7146A3B071B2}" sibTransId="{0CB30E8A-A8E4-4C55-9A53-7C82AE5832E9}"/>
    <dgm:cxn modelId="{11A1C766-60DC-4441-9112-F33EB9DB54C2}" srcId="{F2C04EE3-5E86-48AD-8CAC-AC81A67A9435}" destId="{44087B74-D17C-49B8-94BB-67C6B3D4D984}" srcOrd="2" destOrd="0" parTransId="{10895FEB-E6D9-4B43-A566-88D7E06B8544}" sibTransId="{F71CEE44-0E8A-493D-BA9D-6A3D23878FF0}"/>
    <dgm:cxn modelId="{6378F879-716E-4B59-9FB3-DE60B37435CC}" type="presOf" srcId="{F2C04EE3-5E86-48AD-8CAC-AC81A67A9435}" destId="{40F1ECE6-FD0F-47D2-B518-E141DAACA140}" srcOrd="0" destOrd="0" presId="urn:microsoft.com/office/officeart/2018/2/layout/IconVerticalSolidList"/>
    <dgm:cxn modelId="{9CA9ABB4-8E3F-42B5-BBC5-CA5EBB8E6BD5}" type="presOf" srcId="{B92815AC-F62B-47B5-9884-45BAF717C434}" destId="{6EA0A215-1138-47B3-B35C-0AC3659C6D1E}" srcOrd="0" destOrd="0" presId="urn:microsoft.com/office/officeart/2018/2/layout/IconVerticalSolidList"/>
    <dgm:cxn modelId="{196BB8DE-EF07-499A-B6B7-3C65FA666F81}" type="presOf" srcId="{F997169D-BB5B-4F9A-9664-B011C4534009}" destId="{1EE53602-53A8-4F7E-BCAE-448A2309FA3E}" srcOrd="0" destOrd="0" presId="urn:microsoft.com/office/officeart/2018/2/layout/IconVerticalSolidList"/>
    <dgm:cxn modelId="{562008EE-A61C-408E-83BD-E8F311BAEBB3}" type="presOf" srcId="{44087B74-D17C-49B8-94BB-67C6B3D4D984}" destId="{EC4D58E5-3BD0-4A43-BC68-76B882305B29}" srcOrd="0" destOrd="0" presId="urn:microsoft.com/office/officeart/2018/2/layout/IconVerticalSolidList"/>
    <dgm:cxn modelId="{8F60AEEF-8BB5-4EFF-817E-A5C42DA1898E}" srcId="{F2C04EE3-5E86-48AD-8CAC-AC81A67A9435}" destId="{0161DB81-D53C-4A8D-AE11-F0372038F222}" srcOrd="0" destOrd="0" parTransId="{764A1B8D-3BB3-4BAF-9A82-3FF08C7CF6F7}" sibTransId="{15157BBE-1DC3-4C5E-8EE4-428FD965BFFA}"/>
    <dgm:cxn modelId="{0DD9B6F6-FB43-4E49-A6B8-F12C7498DDAB}" type="presOf" srcId="{0161DB81-D53C-4A8D-AE11-F0372038F222}" destId="{580FF36F-9F94-4BB5-8056-70DCD704EE31}" srcOrd="0" destOrd="0" presId="urn:microsoft.com/office/officeart/2018/2/layout/IconVerticalSolidList"/>
    <dgm:cxn modelId="{67C79B12-2F73-4090-BA15-86300B075107}" type="presParOf" srcId="{40F1ECE6-FD0F-47D2-B518-E141DAACA140}" destId="{46B8E14E-6BB4-4849-A2F6-996A01640F53}" srcOrd="0" destOrd="0" presId="urn:microsoft.com/office/officeart/2018/2/layout/IconVerticalSolidList"/>
    <dgm:cxn modelId="{26B082E4-95A6-4A19-8C11-3BD3FC51E065}" type="presParOf" srcId="{46B8E14E-6BB4-4849-A2F6-996A01640F53}" destId="{CF9A6914-C9E5-44D5-977F-626F6832AEC9}" srcOrd="0" destOrd="0" presId="urn:microsoft.com/office/officeart/2018/2/layout/IconVerticalSolidList"/>
    <dgm:cxn modelId="{814635E8-C3C0-41F2-8B71-3CDB8001E2CC}" type="presParOf" srcId="{46B8E14E-6BB4-4849-A2F6-996A01640F53}" destId="{B782A15F-4FE8-4394-882C-592C48863978}" srcOrd="1" destOrd="0" presId="urn:microsoft.com/office/officeart/2018/2/layout/IconVerticalSolidList"/>
    <dgm:cxn modelId="{9DAC1263-DB3E-4005-99DF-D0A7CDB8C5D8}" type="presParOf" srcId="{46B8E14E-6BB4-4849-A2F6-996A01640F53}" destId="{93F687EE-83CF-46E7-A204-368DC73E9363}" srcOrd="2" destOrd="0" presId="urn:microsoft.com/office/officeart/2018/2/layout/IconVerticalSolidList"/>
    <dgm:cxn modelId="{FE563604-A972-4EFA-B3E4-7355FD691BC1}" type="presParOf" srcId="{46B8E14E-6BB4-4849-A2F6-996A01640F53}" destId="{580FF36F-9F94-4BB5-8056-70DCD704EE31}" srcOrd="3" destOrd="0" presId="urn:microsoft.com/office/officeart/2018/2/layout/IconVerticalSolidList"/>
    <dgm:cxn modelId="{BE2090E4-939B-40F8-B98D-78107EB81F67}" type="presParOf" srcId="{40F1ECE6-FD0F-47D2-B518-E141DAACA140}" destId="{2885D9E7-6DC2-4DA4-8BF1-FE9B06CD36A7}" srcOrd="1" destOrd="0" presId="urn:microsoft.com/office/officeart/2018/2/layout/IconVerticalSolidList"/>
    <dgm:cxn modelId="{FBBE4713-3908-4C15-B39C-18B6D5F9A8AB}" type="presParOf" srcId="{40F1ECE6-FD0F-47D2-B518-E141DAACA140}" destId="{7A59EAB4-845D-455E-A006-2D1E60CF2802}" srcOrd="2" destOrd="0" presId="urn:microsoft.com/office/officeart/2018/2/layout/IconVerticalSolidList"/>
    <dgm:cxn modelId="{F7BF0B7C-54BE-424C-B268-B753ADB19263}" type="presParOf" srcId="{7A59EAB4-845D-455E-A006-2D1E60CF2802}" destId="{9C50DEF4-EAC4-4F9E-92B2-DCA64863AFA5}" srcOrd="0" destOrd="0" presId="urn:microsoft.com/office/officeart/2018/2/layout/IconVerticalSolidList"/>
    <dgm:cxn modelId="{85A762CF-A7F9-4317-B335-F06EED8B6324}" type="presParOf" srcId="{7A59EAB4-845D-455E-A006-2D1E60CF2802}" destId="{CBB74B5D-8C23-495F-93F1-D060F935A000}" srcOrd="1" destOrd="0" presId="urn:microsoft.com/office/officeart/2018/2/layout/IconVerticalSolidList"/>
    <dgm:cxn modelId="{C800B935-606F-42F8-8046-7BF9CEC44269}" type="presParOf" srcId="{7A59EAB4-845D-455E-A006-2D1E60CF2802}" destId="{A4B877C6-A4CB-4E59-BC7E-D0FCE25F57BC}" srcOrd="2" destOrd="0" presId="urn:microsoft.com/office/officeart/2018/2/layout/IconVerticalSolidList"/>
    <dgm:cxn modelId="{892388BD-70DB-409C-A0C4-FCEA3A96ED40}" type="presParOf" srcId="{7A59EAB4-845D-455E-A006-2D1E60CF2802}" destId="{1EE53602-53A8-4F7E-BCAE-448A2309FA3E}" srcOrd="3" destOrd="0" presId="urn:microsoft.com/office/officeart/2018/2/layout/IconVerticalSolidList"/>
    <dgm:cxn modelId="{93E6DC5A-6A3B-4111-9810-4AE87B72A1C3}" type="presParOf" srcId="{40F1ECE6-FD0F-47D2-B518-E141DAACA140}" destId="{2A968C30-F973-4179-9518-4FE441450F46}" srcOrd="3" destOrd="0" presId="urn:microsoft.com/office/officeart/2018/2/layout/IconVerticalSolidList"/>
    <dgm:cxn modelId="{26554FE8-0F69-4B77-B52E-31229106122C}" type="presParOf" srcId="{40F1ECE6-FD0F-47D2-B518-E141DAACA140}" destId="{A29FF9D7-0936-43BA-910D-DEB03D3C341F}" srcOrd="4" destOrd="0" presId="urn:microsoft.com/office/officeart/2018/2/layout/IconVerticalSolidList"/>
    <dgm:cxn modelId="{DB8218C1-EDFE-420B-8F11-48F423220029}" type="presParOf" srcId="{A29FF9D7-0936-43BA-910D-DEB03D3C341F}" destId="{E3B8EB9A-3E0D-4EE2-8032-487BBCFD9756}" srcOrd="0" destOrd="0" presId="urn:microsoft.com/office/officeart/2018/2/layout/IconVerticalSolidList"/>
    <dgm:cxn modelId="{6A48BA08-0029-4AB0-AA53-AFB8EAD7AE72}" type="presParOf" srcId="{A29FF9D7-0936-43BA-910D-DEB03D3C341F}" destId="{5A831E4F-89AB-499E-BE20-CCE41587B035}" srcOrd="1" destOrd="0" presId="urn:microsoft.com/office/officeart/2018/2/layout/IconVerticalSolidList"/>
    <dgm:cxn modelId="{31835D46-1C38-4CD4-ABDB-6F8F93219A8C}" type="presParOf" srcId="{A29FF9D7-0936-43BA-910D-DEB03D3C341F}" destId="{3D9C6131-0D48-4124-B158-25EB4C78EC02}" srcOrd="2" destOrd="0" presId="urn:microsoft.com/office/officeart/2018/2/layout/IconVerticalSolidList"/>
    <dgm:cxn modelId="{5F90C735-F3AA-471D-A4D0-DC912EFBF130}" type="presParOf" srcId="{A29FF9D7-0936-43BA-910D-DEB03D3C341F}" destId="{EC4D58E5-3BD0-4A43-BC68-76B882305B29}" srcOrd="3" destOrd="0" presId="urn:microsoft.com/office/officeart/2018/2/layout/IconVerticalSolidList"/>
    <dgm:cxn modelId="{5E6FA493-E621-4B63-A350-E9CD5FB7D011}" type="presParOf" srcId="{40F1ECE6-FD0F-47D2-B518-E141DAACA140}" destId="{238C6306-BB3A-4976-8E47-FD18EB8B34C4}" srcOrd="5" destOrd="0" presId="urn:microsoft.com/office/officeart/2018/2/layout/IconVerticalSolidList"/>
    <dgm:cxn modelId="{867074C8-58E3-4E92-9A57-C3333880DEB4}" type="presParOf" srcId="{40F1ECE6-FD0F-47D2-B518-E141DAACA140}" destId="{6A4F681E-DF1B-49C6-89B8-01C97F6069BD}" srcOrd="6" destOrd="0" presId="urn:microsoft.com/office/officeart/2018/2/layout/IconVerticalSolidList"/>
    <dgm:cxn modelId="{BAE7CBFF-E143-46B2-B290-2367676B7C44}" type="presParOf" srcId="{6A4F681E-DF1B-49C6-89B8-01C97F6069BD}" destId="{2EF84F5C-D214-4C41-AF20-DA2F2CEB8CB8}" srcOrd="0" destOrd="0" presId="urn:microsoft.com/office/officeart/2018/2/layout/IconVerticalSolidList"/>
    <dgm:cxn modelId="{601D5528-A067-47DD-80B1-A9BBFEC5D8DD}" type="presParOf" srcId="{6A4F681E-DF1B-49C6-89B8-01C97F6069BD}" destId="{D14A0B63-ADA1-436A-BB37-24D14EB57334}" srcOrd="1" destOrd="0" presId="urn:microsoft.com/office/officeart/2018/2/layout/IconVerticalSolidList"/>
    <dgm:cxn modelId="{0E7EEF21-93A0-410A-B1E5-E816B241D37B}" type="presParOf" srcId="{6A4F681E-DF1B-49C6-89B8-01C97F6069BD}" destId="{D71729BE-FB24-4ADB-B16A-BE1A4C93193F}" srcOrd="2" destOrd="0" presId="urn:microsoft.com/office/officeart/2018/2/layout/IconVerticalSolidList"/>
    <dgm:cxn modelId="{3E1E7092-E108-449D-83C9-2E6648617C3A}" type="presParOf" srcId="{6A4F681E-DF1B-49C6-89B8-01C97F6069BD}" destId="{6EA0A215-1138-47B3-B35C-0AC3659C6D1E}"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1E8786D3-557B-4658-934E-EB98E6D8DB92}" type="doc">
      <dgm:prSet loTypeId="urn:microsoft.com/office/officeart/2005/8/layout/process5" loCatId="process" qsTypeId="urn:microsoft.com/office/officeart/2005/8/quickstyle/simple1" qsCatId="simple" csTypeId="urn:microsoft.com/office/officeart/2005/8/colors/colorful1" csCatId="colorful"/>
      <dgm:spPr/>
      <dgm:t>
        <a:bodyPr/>
        <a:lstStyle/>
        <a:p>
          <a:endParaRPr lang="en-US"/>
        </a:p>
      </dgm:t>
    </dgm:pt>
    <dgm:pt modelId="{82877695-94CE-4A07-B26F-948D126D25F6}">
      <dgm:prSet/>
      <dgm:spPr/>
      <dgm:t>
        <a:bodyPr/>
        <a:lstStyle/>
        <a:p>
          <a:r>
            <a:rPr lang="es-MX"/>
            <a:t>Desempeños</a:t>
          </a:r>
          <a:endParaRPr lang="en-US"/>
        </a:p>
      </dgm:t>
    </dgm:pt>
    <dgm:pt modelId="{78B4AA1F-83D8-42FA-883D-55397652D13F}" type="parTrans" cxnId="{37B55430-DB88-4BBA-8571-324381E6956D}">
      <dgm:prSet/>
      <dgm:spPr/>
      <dgm:t>
        <a:bodyPr/>
        <a:lstStyle/>
        <a:p>
          <a:endParaRPr lang="en-US"/>
        </a:p>
      </dgm:t>
    </dgm:pt>
    <dgm:pt modelId="{9B28EBDB-D3AB-4095-A366-40BE141FEA34}" type="sibTrans" cxnId="{37B55430-DB88-4BBA-8571-324381E6956D}">
      <dgm:prSet/>
      <dgm:spPr/>
      <dgm:t>
        <a:bodyPr/>
        <a:lstStyle/>
        <a:p>
          <a:endParaRPr lang="en-US"/>
        </a:p>
      </dgm:t>
    </dgm:pt>
    <dgm:pt modelId="{8ED1A9B5-ED65-491A-B1F0-D57E04EAA9C2}">
      <dgm:prSet/>
      <dgm:spPr/>
      <dgm:t>
        <a:bodyPr/>
        <a:lstStyle/>
        <a:p>
          <a:r>
            <a:rPr lang="es-MX"/>
            <a:t>Productos</a:t>
          </a:r>
          <a:endParaRPr lang="en-US"/>
        </a:p>
      </dgm:t>
    </dgm:pt>
    <dgm:pt modelId="{87552E61-201F-4083-A099-50CAFB86B342}" type="parTrans" cxnId="{43C8F87E-42E7-4854-A256-58365E41050D}">
      <dgm:prSet/>
      <dgm:spPr/>
      <dgm:t>
        <a:bodyPr/>
        <a:lstStyle/>
        <a:p>
          <a:endParaRPr lang="en-US"/>
        </a:p>
      </dgm:t>
    </dgm:pt>
    <dgm:pt modelId="{6054C84A-E90A-4274-B819-F73AD54E53DC}" type="sibTrans" cxnId="{43C8F87E-42E7-4854-A256-58365E41050D}">
      <dgm:prSet/>
      <dgm:spPr/>
      <dgm:t>
        <a:bodyPr/>
        <a:lstStyle/>
        <a:p>
          <a:endParaRPr lang="en-US"/>
        </a:p>
      </dgm:t>
    </dgm:pt>
    <dgm:pt modelId="{D0C4E82F-25A3-4417-8BD1-51D62E2221F0}">
      <dgm:prSet/>
      <dgm:spPr/>
      <dgm:t>
        <a:bodyPr/>
        <a:lstStyle/>
        <a:p>
          <a:r>
            <a:rPr lang="es-MX"/>
            <a:t>Conocimientos</a:t>
          </a:r>
          <a:endParaRPr lang="en-US"/>
        </a:p>
      </dgm:t>
    </dgm:pt>
    <dgm:pt modelId="{EF121FF1-4A80-4324-A49E-DB08E399C6F7}" type="parTrans" cxnId="{FEF5EA62-15FE-4AD9-877B-7EAA550FF4A0}">
      <dgm:prSet/>
      <dgm:spPr/>
      <dgm:t>
        <a:bodyPr/>
        <a:lstStyle/>
        <a:p>
          <a:endParaRPr lang="en-US"/>
        </a:p>
      </dgm:t>
    </dgm:pt>
    <dgm:pt modelId="{5ECBFED0-7358-43FE-93D3-045AA9D3C9E9}" type="sibTrans" cxnId="{FEF5EA62-15FE-4AD9-877B-7EAA550FF4A0}">
      <dgm:prSet/>
      <dgm:spPr/>
      <dgm:t>
        <a:bodyPr/>
        <a:lstStyle/>
        <a:p>
          <a:endParaRPr lang="en-US"/>
        </a:p>
      </dgm:t>
    </dgm:pt>
    <dgm:pt modelId="{2261400B-2512-4ED0-8665-FA2184568C6A}">
      <dgm:prSet/>
      <dgm:spPr/>
      <dgm:t>
        <a:bodyPr/>
        <a:lstStyle/>
        <a:p>
          <a:r>
            <a:rPr lang="es-MX"/>
            <a:t>Actitudes habitos y valores</a:t>
          </a:r>
          <a:endParaRPr lang="en-US"/>
        </a:p>
      </dgm:t>
    </dgm:pt>
    <dgm:pt modelId="{EA3160FF-84A9-40F8-AFB1-1523D2E7E4FF}" type="parTrans" cxnId="{BB2E84F3-1067-436C-85A3-7E3255466DA8}">
      <dgm:prSet/>
      <dgm:spPr/>
      <dgm:t>
        <a:bodyPr/>
        <a:lstStyle/>
        <a:p>
          <a:endParaRPr lang="en-US"/>
        </a:p>
      </dgm:t>
    </dgm:pt>
    <dgm:pt modelId="{2C3D3026-01A1-4BF8-B4C8-E083D4B35371}" type="sibTrans" cxnId="{BB2E84F3-1067-436C-85A3-7E3255466DA8}">
      <dgm:prSet/>
      <dgm:spPr/>
      <dgm:t>
        <a:bodyPr/>
        <a:lstStyle/>
        <a:p>
          <a:endParaRPr lang="en-US"/>
        </a:p>
      </dgm:t>
    </dgm:pt>
    <dgm:pt modelId="{C6EEF744-5569-0242-917B-EB64910AE8A3}" type="pres">
      <dgm:prSet presAssocID="{1E8786D3-557B-4658-934E-EB98E6D8DB92}" presName="diagram" presStyleCnt="0">
        <dgm:presLayoutVars>
          <dgm:dir/>
          <dgm:resizeHandles val="exact"/>
        </dgm:presLayoutVars>
      </dgm:prSet>
      <dgm:spPr/>
    </dgm:pt>
    <dgm:pt modelId="{399E1470-2818-1343-B0CF-B30BC79B6BB1}" type="pres">
      <dgm:prSet presAssocID="{82877695-94CE-4A07-B26F-948D126D25F6}" presName="node" presStyleLbl="node1" presStyleIdx="0" presStyleCnt="4">
        <dgm:presLayoutVars>
          <dgm:bulletEnabled val="1"/>
        </dgm:presLayoutVars>
      </dgm:prSet>
      <dgm:spPr/>
    </dgm:pt>
    <dgm:pt modelId="{C9A60AE7-109B-3E43-B5E7-0434CF139C4E}" type="pres">
      <dgm:prSet presAssocID="{9B28EBDB-D3AB-4095-A366-40BE141FEA34}" presName="sibTrans" presStyleLbl="sibTrans2D1" presStyleIdx="0" presStyleCnt="3"/>
      <dgm:spPr/>
    </dgm:pt>
    <dgm:pt modelId="{EF00C64D-6C24-3543-971A-86B7D0173426}" type="pres">
      <dgm:prSet presAssocID="{9B28EBDB-D3AB-4095-A366-40BE141FEA34}" presName="connectorText" presStyleLbl="sibTrans2D1" presStyleIdx="0" presStyleCnt="3"/>
      <dgm:spPr/>
    </dgm:pt>
    <dgm:pt modelId="{B4E64E40-4A1D-CE4C-8678-8DD3FC01E43F}" type="pres">
      <dgm:prSet presAssocID="{8ED1A9B5-ED65-491A-B1F0-D57E04EAA9C2}" presName="node" presStyleLbl="node1" presStyleIdx="1" presStyleCnt="4">
        <dgm:presLayoutVars>
          <dgm:bulletEnabled val="1"/>
        </dgm:presLayoutVars>
      </dgm:prSet>
      <dgm:spPr/>
    </dgm:pt>
    <dgm:pt modelId="{D9AD87BC-4FFC-1E46-B3CB-A888CFF9DEEB}" type="pres">
      <dgm:prSet presAssocID="{6054C84A-E90A-4274-B819-F73AD54E53DC}" presName="sibTrans" presStyleLbl="sibTrans2D1" presStyleIdx="1" presStyleCnt="3"/>
      <dgm:spPr/>
    </dgm:pt>
    <dgm:pt modelId="{DD47CB25-8644-4C4A-8DEE-8ACF23B8D4EF}" type="pres">
      <dgm:prSet presAssocID="{6054C84A-E90A-4274-B819-F73AD54E53DC}" presName="connectorText" presStyleLbl="sibTrans2D1" presStyleIdx="1" presStyleCnt="3"/>
      <dgm:spPr/>
    </dgm:pt>
    <dgm:pt modelId="{B9AA5395-6A3B-8145-B30B-6F733964F38E}" type="pres">
      <dgm:prSet presAssocID="{D0C4E82F-25A3-4417-8BD1-51D62E2221F0}" presName="node" presStyleLbl="node1" presStyleIdx="2" presStyleCnt="4">
        <dgm:presLayoutVars>
          <dgm:bulletEnabled val="1"/>
        </dgm:presLayoutVars>
      </dgm:prSet>
      <dgm:spPr/>
    </dgm:pt>
    <dgm:pt modelId="{8F2C894A-AB43-D345-BA72-10D85E7EF291}" type="pres">
      <dgm:prSet presAssocID="{5ECBFED0-7358-43FE-93D3-045AA9D3C9E9}" presName="sibTrans" presStyleLbl="sibTrans2D1" presStyleIdx="2" presStyleCnt="3"/>
      <dgm:spPr/>
    </dgm:pt>
    <dgm:pt modelId="{6987358D-5F76-9941-A457-F27A6696BCB6}" type="pres">
      <dgm:prSet presAssocID="{5ECBFED0-7358-43FE-93D3-045AA9D3C9E9}" presName="connectorText" presStyleLbl="sibTrans2D1" presStyleIdx="2" presStyleCnt="3"/>
      <dgm:spPr/>
    </dgm:pt>
    <dgm:pt modelId="{ABE0663E-A865-1F40-BE37-9A4A927C82CA}" type="pres">
      <dgm:prSet presAssocID="{2261400B-2512-4ED0-8665-FA2184568C6A}" presName="node" presStyleLbl="node1" presStyleIdx="3" presStyleCnt="4">
        <dgm:presLayoutVars>
          <dgm:bulletEnabled val="1"/>
        </dgm:presLayoutVars>
      </dgm:prSet>
      <dgm:spPr/>
    </dgm:pt>
  </dgm:ptLst>
  <dgm:cxnLst>
    <dgm:cxn modelId="{22C79F23-688A-CB4D-B90E-27D4A7D474FA}" type="presOf" srcId="{82877695-94CE-4A07-B26F-948D126D25F6}" destId="{399E1470-2818-1343-B0CF-B30BC79B6BB1}" srcOrd="0" destOrd="0" presId="urn:microsoft.com/office/officeart/2005/8/layout/process5"/>
    <dgm:cxn modelId="{9EEA932D-6017-4B4C-B438-D56F2B002B6E}" type="presOf" srcId="{6054C84A-E90A-4274-B819-F73AD54E53DC}" destId="{DD47CB25-8644-4C4A-8DEE-8ACF23B8D4EF}" srcOrd="1" destOrd="0" presId="urn:microsoft.com/office/officeart/2005/8/layout/process5"/>
    <dgm:cxn modelId="{37B55430-DB88-4BBA-8571-324381E6956D}" srcId="{1E8786D3-557B-4658-934E-EB98E6D8DB92}" destId="{82877695-94CE-4A07-B26F-948D126D25F6}" srcOrd="0" destOrd="0" parTransId="{78B4AA1F-83D8-42FA-883D-55397652D13F}" sibTransId="{9B28EBDB-D3AB-4095-A366-40BE141FEA34}"/>
    <dgm:cxn modelId="{3BEC173C-2B78-9548-A1F7-FB75494DD71B}" type="presOf" srcId="{9B28EBDB-D3AB-4095-A366-40BE141FEA34}" destId="{EF00C64D-6C24-3543-971A-86B7D0173426}" srcOrd="1" destOrd="0" presId="urn:microsoft.com/office/officeart/2005/8/layout/process5"/>
    <dgm:cxn modelId="{48939C3E-F850-4041-A37E-262B0DE9985A}" type="presOf" srcId="{8ED1A9B5-ED65-491A-B1F0-D57E04EAA9C2}" destId="{B4E64E40-4A1D-CE4C-8678-8DD3FC01E43F}" srcOrd="0" destOrd="0" presId="urn:microsoft.com/office/officeart/2005/8/layout/process5"/>
    <dgm:cxn modelId="{FEF5EA62-15FE-4AD9-877B-7EAA550FF4A0}" srcId="{1E8786D3-557B-4658-934E-EB98E6D8DB92}" destId="{D0C4E82F-25A3-4417-8BD1-51D62E2221F0}" srcOrd="2" destOrd="0" parTransId="{EF121FF1-4A80-4324-A49E-DB08E399C6F7}" sibTransId="{5ECBFED0-7358-43FE-93D3-045AA9D3C9E9}"/>
    <dgm:cxn modelId="{A45DE46C-6A21-E84D-ADE4-5ECC8B3A6CDF}" type="presOf" srcId="{1E8786D3-557B-4658-934E-EB98E6D8DB92}" destId="{C6EEF744-5569-0242-917B-EB64910AE8A3}" srcOrd="0" destOrd="0" presId="urn:microsoft.com/office/officeart/2005/8/layout/process5"/>
    <dgm:cxn modelId="{43C8F87E-42E7-4854-A256-58365E41050D}" srcId="{1E8786D3-557B-4658-934E-EB98E6D8DB92}" destId="{8ED1A9B5-ED65-491A-B1F0-D57E04EAA9C2}" srcOrd="1" destOrd="0" parTransId="{87552E61-201F-4083-A099-50CAFB86B342}" sibTransId="{6054C84A-E90A-4274-B819-F73AD54E53DC}"/>
    <dgm:cxn modelId="{830A0390-9F05-C945-83E0-5908B0096204}" type="presOf" srcId="{6054C84A-E90A-4274-B819-F73AD54E53DC}" destId="{D9AD87BC-4FFC-1E46-B3CB-A888CFF9DEEB}" srcOrd="0" destOrd="0" presId="urn:microsoft.com/office/officeart/2005/8/layout/process5"/>
    <dgm:cxn modelId="{D57EFCC1-ECA9-D343-971D-66D380B69BF9}" type="presOf" srcId="{2261400B-2512-4ED0-8665-FA2184568C6A}" destId="{ABE0663E-A865-1F40-BE37-9A4A927C82CA}" srcOrd="0" destOrd="0" presId="urn:microsoft.com/office/officeart/2005/8/layout/process5"/>
    <dgm:cxn modelId="{80B4F7C4-928F-DE41-A8A0-48E8CAC866AB}" type="presOf" srcId="{9B28EBDB-D3AB-4095-A366-40BE141FEA34}" destId="{C9A60AE7-109B-3E43-B5E7-0434CF139C4E}" srcOrd="0" destOrd="0" presId="urn:microsoft.com/office/officeart/2005/8/layout/process5"/>
    <dgm:cxn modelId="{7B74FACA-30A3-D942-9371-3F3BC7189A62}" type="presOf" srcId="{5ECBFED0-7358-43FE-93D3-045AA9D3C9E9}" destId="{6987358D-5F76-9941-A457-F27A6696BCB6}" srcOrd="1" destOrd="0" presId="urn:microsoft.com/office/officeart/2005/8/layout/process5"/>
    <dgm:cxn modelId="{089838E9-7866-2346-9FBC-2B7CD9080D61}" type="presOf" srcId="{5ECBFED0-7358-43FE-93D3-045AA9D3C9E9}" destId="{8F2C894A-AB43-D345-BA72-10D85E7EF291}" srcOrd="0" destOrd="0" presId="urn:microsoft.com/office/officeart/2005/8/layout/process5"/>
    <dgm:cxn modelId="{BB2E84F3-1067-436C-85A3-7E3255466DA8}" srcId="{1E8786D3-557B-4658-934E-EB98E6D8DB92}" destId="{2261400B-2512-4ED0-8665-FA2184568C6A}" srcOrd="3" destOrd="0" parTransId="{EA3160FF-84A9-40F8-AFB1-1523D2E7E4FF}" sibTransId="{2C3D3026-01A1-4BF8-B4C8-E083D4B35371}"/>
    <dgm:cxn modelId="{6DA52CFE-346E-4B4C-A428-FA13FC9E593A}" type="presOf" srcId="{D0C4E82F-25A3-4417-8BD1-51D62E2221F0}" destId="{B9AA5395-6A3B-8145-B30B-6F733964F38E}" srcOrd="0" destOrd="0" presId="urn:microsoft.com/office/officeart/2005/8/layout/process5"/>
    <dgm:cxn modelId="{E0FBCB22-5653-2F4D-B326-42D4DF1955CB}" type="presParOf" srcId="{C6EEF744-5569-0242-917B-EB64910AE8A3}" destId="{399E1470-2818-1343-B0CF-B30BC79B6BB1}" srcOrd="0" destOrd="0" presId="urn:microsoft.com/office/officeart/2005/8/layout/process5"/>
    <dgm:cxn modelId="{AF2A06C8-5062-9244-A5A5-B9D36097432A}" type="presParOf" srcId="{C6EEF744-5569-0242-917B-EB64910AE8A3}" destId="{C9A60AE7-109B-3E43-B5E7-0434CF139C4E}" srcOrd="1" destOrd="0" presId="urn:microsoft.com/office/officeart/2005/8/layout/process5"/>
    <dgm:cxn modelId="{9CF7F3DE-D4CE-FD4F-BC83-FEEE90D41214}" type="presParOf" srcId="{C9A60AE7-109B-3E43-B5E7-0434CF139C4E}" destId="{EF00C64D-6C24-3543-971A-86B7D0173426}" srcOrd="0" destOrd="0" presId="urn:microsoft.com/office/officeart/2005/8/layout/process5"/>
    <dgm:cxn modelId="{E6827186-3D21-EE4B-AE63-5D9BB4CDF67E}" type="presParOf" srcId="{C6EEF744-5569-0242-917B-EB64910AE8A3}" destId="{B4E64E40-4A1D-CE4C-8678-8DD3FC01E43F}" srcOrd="2" destOrd="0" presId="urn:microsoft.com/office/officeart/2005/8/layout/process5"/>
    <dgm:cxn modelId="{DE4E7A1D-1533-004B-8DE3-92E7F28D4BAC}" type="presParOf" srcId="{C6EEF744-5569-0242-917B-EB64910AE8A3}" destId="{D9AD87BC-4FFC-1E46-B3CB-A888CFF9DEEB}" srcOrd="3" destOrd="0" presId="urn:microsoft.com/office/officeart/2005/8/layout/process5"/>
    <dgm:cxn modelId="{249B9B42-93C6-9345-AE7C-9823348F55C3}" type="presParOf" srcId="{D9AD87BC-4FFC-1E46-B3CB-A888CFF9DEEB}" destId="{DD47CB25-8644-4C4A-8DEE-8ACF23B8D4EF}" srcOrd="0" destOrd="0" presId="urn:microsoft.com/office/officeart/2005/8/layout/process5"/>
    <dgm:cxn modelId="{B745420D-F92B-D541-BDE9-7EF5096A38CB}" type="presParOf" srcId="{C6EEF744-5569-0242-917B-EB64910AE8A3}" destId="{B9AA5395-6A3B-8145-B30B-6F733964F38E}" srcOrd="4" destOrd="0" presId="urn:microsoft.com/office/officeart/2005/8/layout/process5"/>
    <dgm:cxn modelId="{3642FBFC-6280-3A4D-ACA3-DDEA4E403FC4}" type="presParOf" srcId="{C6EEF744-5569-0242-917B-EB64910AE8A3}" destId="{8F2C894A-AB43-D345-BA72-10D85E7EF291}" srcOrd="5" destOrd="0" presId="urn:microsoft.com/office/officeart/2005/8/layout/process5"/>
    <dgm:cxn modelId="{3F3726D3-588A-3844-B39D-0BEE0BA80CC7}" type="presParOf" srcId="{8F2C894A-AB43-D345-BA72-10D85E7EF291}" destId="{6987358D-5F76-9941-A457-F27A6696BCB6}" srcOrd="0" destOrd="0" presId="urn:microsoft.com/office/officeart/2005/8/layout/process5"/>
    <dgm:cxn modelId="{034184FC-B950-6348-8D41-4EEE2FE8669C}" type="presParOf" srcId="{C6EEF744-5569-0242-917B-EB64910AE8A3}" destId="{ABE0663E-A865-1F40-BE37-9A4A927C82CA}" srcOrd="6" destOrd="0" presId="urn:microsoft.com/office/officeart/2005/8/layout/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970238F-3E72-964F-8668-76EB56CC4152}">
      <dsp:nvSpPr>
        <dsp:cNvPr id="0" name=""/>
        <dsp:cNvSpPr/>
      </dsp:nvSpPr>
      <dsp:spPr>
        <a:xfrm>
          <a:off x="3323664" y="834988"/>
          <a:ext cx="643158" cy="91440"/>
        </a:xfrm>
        <a:custGeom>
          <a:avLst/>
          <a:gdLst/>
          <a:ahLst/>
          <a:cxnLst/>
          <a:rect l="0" t="0" r="0" b="0"/>
          <a:pathLst>
            <a:path>
              <a:moveTo>
                <a:pt x="0" y="45720"/>
              </a:moveTo>
              <a:lnTo>
                <a:pt x="643158" y="45720"/>
              </a:lnTo>
            </a:path>
          </a:pathLst>
        </a:custGeom>
        <a:noFill/>
        <a:ln w="6350" cap="flat" cmpd="sng" algn="ctr">
          <a:solidFill>
            <a:schemeClr val="accent5">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628399" y="877339"/>
        <a:ext cx="33687" cy="6737"/>
      </dsp:txXfrm>
    </dsp:sp>
    <dsp:sp modelId="{73AF389B-CEF2-C144-BE6B-472D4E9888D9}">
      <dsp:nvSpPr>
        <dsp:cNvPr id="0" name=""/>
        <dsp:cNvSpPr/>
      </dsp:nvSpPr>
      <dsp:spPr>
        <a:xfrm>
          <a:off x="396080" y="1893"/>
          <a:ext cx="2929383" cy="1757630"/>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3542" tIns="150673" rIns="143542" bIns="150673" numCol="1" spcCol="1270" anchor="ctr" anchorCtr="0">
          <a:noAutofit/>
        </a:bodyPr>
        <a:lstStyle/>
        <a:p>
          <a:pPr marL="0" lvl="0" indent="0" algn="ctr" defTabSz="933450">
            <a:lnSpc>
              <a:spcPct val="90000"/>
            </a:lnSpc>
            <a:spcBef>
              <a:spcPct val="0"/>
            </a:spcBef>
            <a:spcAft>
              <a:spcPct val="35000"/>
            </a:spcAft>
            <a:buNone/>
          </a:pPr>
          <a:r>
            <a:rPr lang="es-MX" sz="2100" kern="1200" dirty="0"/>
            <a:t>Fechas de impartición de este curso</a:t>
          </a:r>
          <a:endParaRPr lang="en-US" sz="2100" kern="1200" dirty="0"/>
        </a:p>
      </dsp:txBody>
      <dsp:txXfrm>
        <a:off x="396080" y="1893"/>
        <a:ext cx="2929383" cy="1757630"/>
      </dsp:txXfrm>
    </dsp:sp>
    <dsp:sp modelId="{184D5EB4-96BE-4248-8E14-BC8D0B7459F2}">
      <dsp:nvSpPr>
        <dsp:cNvPr id="0" name=""/>
        <dsp:cNvSpPr/>
      </dsp:nvSpPr>
      <dsp:spPr>
        <a:xfrm>
          <a:off x="6926806" y="834988"/>
          <a:ext cx="643158" cy="91440"/>
        </a:xfrm>
        <a:custGeom>
          <a:avLst/>
          <a:gdLst/>
          <a:ahLst/>
          <a:cxnLst/>
          <a:rect l="0" t="0" r="0" b="0"/>
          <a:pathLst>
            <a:path>
              <a:moveTo>
                <a:pt x="0" y="45720"/>
              </a:moveTo>
              <a:lnTo>
                <a:pt x="643158" y="45720"/>
              </a:lnTo>
            </a:path>
          </a:pathLst>
        </a:custGeom>
        <a:noFill/>
        <a:ln w="6350" cap="flat" cmpd="sng" algn="ctr">
          <a:solidFill>
            <a:schemeClr val="accent5">
              <a:hueOff val="-2252848"/>
              <a:satOff val="-5806"/>
              <a:lumOff val="-3922"/>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s-MX" sz="500" kern="1200"/>
        </a:p>
      </dsp:txBody>
      <dsp:txXfrm>
        <a:off x="7231541" y="877339"/>
        <a:ext cx="33687" cy="6737"/>
      </dsp:txXfrm>
    </dsp:sp>
    <dsp:sp modelId="{EB6C6775-330B-8A41-BBDA-9BF52ED42033}">
      <dsp:nvSpPr>
        <dsp:cNvPr id="0" name=""/>
        <dsp:cNvSpPr/>
      </dsp:nvSpPr>
      <dsp:spPr>
        <a:xfrm>
          <a:off x="3999222" y="1893"/>
          <a:ext cx="2929383" cy="1757630"/>
        </a:xfrm>
        <a:prstGeom prst="rect">
          <a:avLst/>
        </a:prstGeom>
        <a:solidFill>
          <a:schemeClr val="accent5">
            <a:hueOff val="-1689636"/>
            <a:satOff val="-4355"/>
            <a:lumOff val="-2941"/>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3542" tIns="150673" rIns="143542" bIns="150673" numCol="1" spcCol="1270" anchor="ctr" anchorCtr="0">
          <a:noAutofit/>
        </a:bodyPr>
        <a:lstStyle/>
        <a:p>
          <a:pPr marL="0" lvl="0" indent="0" algn="ctr" defTabSz="933450">
            <a:lnSpc>
              <a:spcPct val="90000"/>
            </a:lnSpc>
            <a:spcBef>
              <a:spcPct val="0"/>
            </a:spcBef>
            <a:spcAft>
              <a:spcPct val="35000"/>
            </a:spcAft>
            <a:buNone/>
          </a:pPr>
          <a:r>
            <a:rPr lang="es-MX" sz="2100" kern="1200" dirty="0"/>
            <a:t>Ser cuidadosos con el microfono, no se cerrará para no impedir la retroalimentación</a:t>
          </a:r>
          <a:endParaRPr lang="en-US" sz="2100" kern="1200" dirty="0"/>
        </a:p>
      </dsp:txBody>
      <dsp:txXfrm>
        <a:off x="3999222" y="1893"/>
        <a:ext cx="2929383" cy="1757630"/>
      </dsp:txXfrm>
    </dsp:sp>
    <dsp:sp modelId="{BBFE0D06-41BE-A843-B228-982922A36819}">
      <dsp:nvSpPr>
        <dsp:cNvPr id="0" name=""/>
        <dsp:cNvSpPr/>
      </dsp:nvSpPr>
      <dsp:spPr>
        <a:xfrm>
          <a:off x="1860772" y="1757723"/>
          <a:ext cx="7206284" cy="643158"/>
        </a:xfrm>
        <a:custGeom>
          <a:avLst/>
          <a:gdLst/>
          <a:ahLst/>
          <a:cxnLst/>
          <a:rect l="0" t="0" r="0" b="0"/>
          <a:pathLst>
            <a:path>
              <a:moveTo>
                <a:pt x="7206284" y="0"/>
              </a:moveTo>
              <a:lnTo>
                <a:pt x="7206284" y="338679"/>
              </a:lnTo>
              <a:lnTo>
                <a:pt x="0" y="338679"/>
              </a:lnTo>
              <a:lnTo>
                <a:pt x="0" y="643158"/>
              </a:lnTo>
            </a:path>
          </a:pathLst>
        </a:custGeom>
        <a:noFill/>
        <a:ln w="6350" cap="flat" cmpd="sng" algn="ctr">
          <a:solidFill>
            <a:schemeClr val="accent5">
              <a:hueOff val="-4505695"/>
              <a:satOff val="-11613"/>
              <a:lumOff val="-7843"/>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282971" y="2075933"/>
        <a:ext cx="361885" cy="6737"/>
      </dsp:txXfrm>
    </dsp:sp>
    <dsp:sp modelId="{5B0294E1-188B-FF45-B31F-CC286CAC9EBC}">
      <dsp:nvSpPr>
        <dsp:cNvPr id="0" name=""/>
        <dsp:cNvSpPr/>
      </dsp:nvSpPr>
      <dsp:spPr>
        <a:xfrm>
          <a:off x="7602364" y="1893"/>
          <a:ext cx="2929383" cy="1757630"/>
        </a:xfrm>
        <a:prstGeom prst="rect">
          <a:avLst/>
        </a:prstGeom>
        <a:solidFill>
          <a:schemeClr val="accent5">
            <a:hueOff val="-3379271"/>
            <a:satOff val="-8710"/>
            <a:lumOff val="-588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3542" tIns="150673" rIns="143542" bIns="150673" numCol="1" spcCol="1270" anchor="ctr" anchorCtr="0">
          <a:noAutofit/>
        </a:bodyPr>
        <a:lstStyle/>
        <a:p>
          <a:pPr marL="0" lvl="0" indent="0" algn="ctr" defTabSz="933450">
            <a:lnSpc>
              <a:spcPct val="90000"/>
            </a:lnSpc>
            <a:spcBef>
              <a:spcPct val="0"/>
            </a:spcBef>
            <a:spcAft>
              <a:spcPct val="35000"/>
            </a:spcAft>
            <a:buNone/>
          </a:pPr>
          <a:r>
            <a:rPr lang="es-MX" sz="2100" kern="1200" dirty="0"/>
            <a:t>Interación enfocada al tema que se este abordando</a:t>
          </a:r>
          <a:endParaRPr lang="en-US" sz="2100" kern="1200" dirty="0"/>
        </a:p>
      </dsp:txBody>
      <dsp:txXfrm>
        <a:off x="7602364" y="1893"/>
        <a:ext cx="2929383" cy="1757630"/>
      </dsp:txXfrm>
    </dsp:sp>
    <dsp:sp modelId="{5742118F-3DA1-304D-B2A8-4121619CDE5C}">
      <dsp:nvSpPr>
        <dsp:cNvPr id="0" name=""/>
        <dsp:cNvSpPr/>
      </dsp:nvSpPr>
      <dsp:spPr>
        <a:xfrm>
          <a:off x="3323664" y="3266376"/>
          <a:ext cx="643158" cy="91440"/>
        </a:xfrm>
        <a:custGeom>
          <a:avLst/>
          <a:gdLst/>
          <a:ahLst/>
          <a:cxnLst/>
          <a:rect l="0" t="0" r="0" b="0"/>
          <a:pathLst>
            <a:path>
              <a:moveTo>
                <a:pt x="0" y="45720"/>
              </a:moveTo>
              <a:lnTo>
                <a:pt x="643158" y="45720"/>
              </a:lnTo>
            </a:path>
          </a:pathLst>
        </a:custGeom>
        <a:noFill/>
        <a:ln w="6350" cap="flat" cmpd="sng" algn="ctr">
          <a:solidFill>
            <a:schemeClr val="accent5">
              <a:hueOff val="-6758543"/>
              <a:satOff val="-17419"/>
              <a:lumOff val="-11765"/>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628399" y="3308728"/>
        <a:ext cx="33687" cy="6737"/>
      </dsp:txXfrm>
    </dsp:sp>
    <dsp:sp modelId="{C2645A3D-15B9-E24F-B54F-F1BD2A5B844C}">
      <dsp:nvSpPr>
        <dsp:cNvPr id="0" name=""/>
        <dsp:cNvSpPr/>
      </dsp:nvSpPr>
      <dsp:spPr>
        <a:xfrm>
          <a:off x="396080" y="2433281"/>
          <a:ext cx="2929383" cy="1757630"/>
        </a:xfrm>
        <a:prstGeom prst="rect">
          <a:avLst/>
        </a:prstGeom>
        <a:solidFill>
          <a:schemeClr val="accent5">
            <a:hueOff val="-5068907"/>
            <a:satOff val="-13064"/>
            <a:lumOff val="-882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3542" tIns="150673" rIns="143542" bIns="150673" numCol="1" spcCol="1270" anchor="ctr" anchorCtr="0">
          <a:noAutofit/>
        </a:bodyPr>
        <a:lstStyle/>
        <a:p>
          <a:pPr marL="0" lvl="0" indent="0" algn="ctr" defTabSz="933450">
            <a:lnSpc>
              <a:spcPct val="90000"/>
            </a:lnSpc>
            <a:spcBef>
              <a:spcPct val="0"/>
            </a:spcBef>
            <a:spcAft>
              <a:spcPct val="35000"/>
            </a:spcAft>
            <a:buNone/>
          </a:pPr>
          <a:r>
            <a:rPr lang="es-MX" sz="2100" kern="1200"/>
            <a:t>Conducirse con respeto a todos los participantes</a:t>
          </a:r>
          <a:endParaRPr lang="en-US" sz="2100" kern="1200"/>
        </a:p>
      </dsp:txBody>
      <dsp:txXfrm>
        <a:off x="396080" y="2433281"/>
        <a:ext cx="2929383" cy="1757630"/>
      </dsp:txXfrm>
    </dsp:sp>
    <dsp:sp modelId="{51094DAC-3736-5443-8893-DC0861E219BE}">
      <dsp:nvSpPr>
        <dsp:cNvPr id="0" name=""/>
        <dsp:cNvSpPr/>
      </dsp:nvSpPr>
      <dsp:spPr>
        <a:xfrm>
          <a:off x="3999222" y="2433281"/>
          <a:ext cx="2929383" cy="1757630"/>
        </a:xfrm>
        <a:prstGeom prst="rect">
          <a:avLst/>
        </a:prstGeom>
        <a:solidFill>
          <a:schemeClr val="accent5">
            <a:hueOff val="-6758543"/>
            <a:satOff val="-17419"/>
            <a:lumOff val="-1176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3542" tIns="150673" rIns="143542" bIns="150673" numCol="1" spcCol="1270" anchor="ctr" anchorCtr="0">
          <a:noAutofit/>
        </a:bodyPr>
        <a:lstStyle/>
        <a:p>
          <a:pPr marL="0" lvl="0" indent="0" algn="ctr" defTabSz="933450">
            <a:lnSpc>
              <a:spcPct val="90000"/>
            </a:lnSpc>
            <a:spcBef>
              <a:spcPct val="0"/>
            </a:spcBef>
            <a:spcAft>
              <a:spcPct val="35000"/>
            </a:spcAft>
            <a:buNone/>
          </a:pPr>
          <a:r>
            <a:rPr lang="es-MX" sz="2100" kern="1200" dirty="0"/>
            <a:t>Tener cámara encendida en lo posible</a:t>
          </a:r>
          <a:endParaRPr lang="en-US" sz="2100" kern="1200" dirty="0"/>
        </a:p>
      </dsp:txBody>
      <dsp:txXfrm>
        <a:off x="3999222" y="2433281"/>
        <a:ext cx="2929383" cy="175763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F9A6914-C9E5-44D5-977F-626F6832AEC9}">
      <dsp:nvSpPr>
        <dsp:cNvPr id="0" name=""/>
        <dsp:cNvSpPr/>
      </dsp:nvSpPr>
      <dsp:spPr>
        <a:xfrm>
          <a:off x="-47954" y="0"/>
          <a:ext cx="5906181" cy="1097069"/>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782A15F-4FE8-4394-882C-592C48863978}">
      <dsp:nvSpPr>
        <dsp:cNvPr id="0" name=""/>
        <dsp:cNvSpPr/>
      </dsp:nvSpPr>
      <dsp:spPr>
        <a:xfrm>
          <a:off x="283908" y="256659"/>
          <a:ext cx="603388" cy="603388"/>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80FF36F-9F94-4BB5-8056-70DCD704EE31}">
      <dsp:nvSpPr>
        <dsp:cNvPr id="0" name=""/>
        <dsp:cNvSpPr/>
      </dsp:nvSpPr>
      <dsp:spPr>
        <a:xfrm>
          <a:off x="1120771" y="9819"/>
          <a:ext cx="4833364" cy="10970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6107" tIns="116107" rIns="116107" bIns="116107" numCol="1" spcCol="1270" anchor="ctr" anchorCtr="0">
          <a:noAutofit/>
        </a:bodyPr>
        <a:lstStyle/>
        <a:p>
          <a:pPr marL="0" lvl="0" indent="0" algn="l" defTabSz="977900">
            <a:lnSpc>
              <a:spcPct val="100000"/>
            </a:lnSpc>
            <a:spcBef>
              <a:spcPct val="0"/>
            </a:spcBef>
            <a:spcAft>
              <a:spcPct val="35000"/>
            </a:spcAft>
            <a:buNone/>
          </a:pPr>
          <a:r>
            <a:rPr lang="es-MX" sz="2200" kern="1200" dirty="0"/>
            <a:t>✅ Conocer el contenido del EC 1375</a:t>
          </a:r>
        </a:p>
        <a:p>
          <a:pPr marL="0" lvl="0" indent="0" algn="l" defTabSz="977900">
            <a:lnSpc>
              <a:spcPct val="100000"/>
            </a:lnSpc>
            <a:spcBef>
              <a:spcPct val="0"/>
            </a:spcBef>
            <a:spcAft>
              <a:spcPct val="35000"/>
            </a:spcAft>
            <a:buNone/>
          </a:pPr>
          <a:r>
            <a:rPr lang="es-MX" sz="2200" kern="1200" dirty="0"/>
            <a:t> </a:t>
          </a:r>
          <a:endParaRPr lang="en-US" sz="2200" kern="1200" dirty="0"/>
        </a:p>
      </dsp:txBody>
      <dsp:txXfrm>
        <a:off x="1120771" y="9819"/>
        <a:ext cx="4833364" cy="1097069"/>
      </dsp:txXfrm>
    </dsp:sp>
    <dsp:sp modelId="{9C50DEF4-EAC4-4F9E-92B2-DCA64863AFA5}">
      <dsp:nvSpPr>
        <dsp:cNvPr id="0" name=""/>
        <dsp:cNvSpPr/>
      </dsp:nvSpPr>
      <dsp:spPr>
        <a:xfrm>
          <a:off x="-47954" y="1381155"/>
          <a:ext cx="5906181" cy="1097069"/>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BB74B5D-8C23-495F-93F1-D060F935A000}">
      <dsp:nvSpPr>
        <dsp:cNvPr id="0" name=""/>
        <dsp:cNvSpPr/>
      </dsp:nvSpPr>
      <dsp:spPr>
        <a:xfrm>
          <a:off x="283908" y="1627996"/>
          <a:ext cx="603388" cy="603388"/>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EE53602-53A8-4F7E-BCAE-448A2309FA3E}">
      <dsp:nvSpPr>
        <dsp:cNvPr id="0" name=""/>
        <dsp:cNvSpPr/>
      </dsp:nvSpPr>
      <dsp:spPr>
        <a:xfrm>
          <a:off x="1219160" y="1381155"/>
          <a:ext cx="4636587" cy="10970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6107" tIns="116107" rIns="116107" bIns="116107" numCol="1" spcCol="1270" anchor="ctr" anchorCtr="0">
          <a:noAutofit/>
        </a:bodyPr>
        <a:lstStyle/>
        <a:p>
          <a:pPr marL="0" lvl="0" indent="0" algn="l" defTabSz="977900">
            <a:lnSpc>
              <a:spcPct val="100000"/>
            </a:lnSpc>
            <a:spcBef>
              <a:spcPct val="0"/>
            </a:spcBef>
            <a:spcAft>
              <a:spcPct val="35000"/>
            </a:spcAft>
            <a:buNone/>
          </a:pPr>
          <a:r>
            <a:rPr lang="es-MX" sz="2200" kern="1200" dirty="0"/>
            <a:t>❇️DIAGNOSTICO P. DE EVALUACION</a:t>
          </a:r>
          <a:endParaRPr lang="en-US" sz="2200" kern="1200" dirty="0"/>
        </a:p>
      </dsp:txBody>
      <dsp:txXfrm>
        <a:off x="1219160" y="1381155"/>
        <a:ext cx="4636587" cy="1097069"/>
      </dsp:txXfrm>
    </dsp:sp>
    <dsp:sp modelId="{E3B8EB9A-3E0D-4EE2-8032-487BBCFD9756}">
      <dsp:nvSpPr>
        <dsp:cNvPr id="0" name=""/>
        <dsp:cNvSpPr/>
      </dsp:nvSpPr>
      <dsp:spPr>
        <a:xfrm>
          <a:off x="-47954" y="2752492"/>
          <a:ext cx="5906181" cy="1097069"/>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A831E4F-89AB-499E-BE20-CCE41587B035}">
      <dsp:nvSpPr>
        <dsp:cNvPr id="0" name=""/>
        <dsp:cNvSpPr/>
      </dsp:nvSpPr>
      <dsp:spPr>
        <a:xfrm>
          <a:off x="283908" y="2999333"/>
          <a:ext cx="603388" cy="603388"/>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C4D58E5-3BD0-4A43-BC68-76B882305B29}">
      <dsp:nvSpPr>
        <dsp:cNvPr id="0" name=""/>
        <dsp:cNvSpPr/>
      </dsp:nvSpPr>
      <dsp:spPr>
        <a:xfrm>
          <a:off x="1219160" y="2752492"/>
          <a:ext cx="4636587" cy="10970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6107" tIns="116107" rIns="116107" bIns="116107" numCol="1" spcCol="1270" anchor="ctr" anchorCtr="0">
          <a:noAutofit/>
        </a:bodyPr>
        <a:lstStyle/>
        <a:p>
          <a:pPr marL="0" lvl="0" indent="0" algn="l" defTabSz="977900">
            <a:lnSpc>
              <a:spcPct val="100000"/>
            </a:lnSpc>
            <a:spcBef>
              <a:spcPct val="0"/>
            </a:spcBef>
            <a:spcAft>
              <a:spcPct val="35000"/>
            </a:spcAft>
            <a:buNone/>
          </a:pPr>
          <a:r>
            <a:rPr lang="es-MX" sz="2200" kern="1200" dirty="0"/>
            <a:t>✅CONOCIMIENTOS</a:t>
          </a:r>
          <a:endParaRPr lang="en-US" sz="2200" kern="1200" dirty="0"/>
        </a:p>
      </dsp:txBody>
      <dsp:txXfrm>
        <a:off x="1219160" y="2752492"/>
        <a:ext cx="4636587" cy="1097069"/>
      </dsp:txXfrm>
    </dsp:sp>
    <dsp:sp modelId="{2EF84F5C-D214-4C41-AF20-DA2F2CEB8CB8}">
      <dsp:nvSpPr>
        <dsp:cNvPr id="0" name=""/>
        <dsp:cNvSpPr/>
      </dsp:nvSpPr>
      <dsp:spPr>
        <a:xfrm>
          <a:off x="-47954" y="4123829"/>
          <a:ext cx="5906181" cy="1097069"/>
        </a:xfrm>
        <a:prstGeom prst="roundRect">
          <a:avLst>
            <a:gd name="adj" fmla="val 1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14A0B63-ADA1-436A-BB37-24D14EB57334}">
      <dsp:nvSpPr>
        <dsp:cNvPr id="0" name=""/>
        <dsp:cNvSpPr/>
      </dsp:nvSpPr>
      <dsp:spPr>
        <a:xfrm>
          <a:off x="283908" y="4370669"/>
          <a:ext cx="603388" cy="603388"/>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EA0A215-1138-47B3-B35C-0AC3659C6D1E}">
      <dsp:nvSpPr>
        <dsp:cNvPr id="0" name=""/>
        <dsp:cNvSpPr/>
      </dsp:nvSpPr>
      <dsp:spPr>
        <a:xfrm>
          <a:off x="1219160" y="4123829"/>
          <a:ext cx="4636587" cy="10970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6107" tIns="116107" rIns="116107" bIns="116107" numCol="1" spcCol="1270" anchor="ctr" anchorCtr="0">
          <a:noAutofit/>
        </a:bodyPr>
        <a:lstStyle/>
        <a:p>
          <a:pPr marL="0" lvl="0" indent="0" algn="l" defTabSz="977900">
            <a:lnSpc>
              <a:spcPct val="100000"/>
            </a:lnSpc>
            <a:spcBef>
              <a:spcPct val="0"/>
            </a:spcBef>
            <a:spcAft>
              <a:spcPct val="35000"/>
            </a:spcAft>
            <a:buNone/>
          </a:pPr>
          <a:r>
            <a:rPr lang="es-MX" sz="2200" kern="1200" dirty="0"/>
            <a:t>✳️Evaluacion</a:t>
          </a:r>
          <a:endParaRPr lang="en-US" sz="2200" kern="1200" dirty="0"/>
        </a:p>
      </dsp:txBody>
      <dsp:txXfrm>
        <a:off x="1219160" y="4123829"/>
        <a:ext cx="4636587" cy="1097069"/>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99E1470-2818-1343-B0CF-B30BC79B6BB1}">
      <dsp:nvSpPr>
        <dsp:cNvPr id="0" name=""/>
        <dsp:cNvSpPr/>
      </dsp:nvSpPr>
      <dsp:spPr>
        <a:xfrm>
          <a:off x="87287" y="1704"/>
          <a:ext cx="2721322" cy="1632793"/>
        </a:xfrm>
        <a:prstGeom prst="roundRect">
          <a:avLst>
            <a:gd name="adj" fmla="val 1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ctr" defTabSz="1333500">
            <a:lnSpc>
              <a:spcPct val="90000"/>
            </a:lnSpc>
            <a:spcBef>
              <a:spcPct val="0"/>
            </a:spcBef>
            <a:spcAft>
              <a:spcPct val="35000"/>
            </a:spcAft>
            <a:buNone/>
          </a:pPr>
          <a:r>
            <a:rPr lang="es-MX" sz="3000" kern="1200"/>
            <a:t>Desempeños</a:t>
          </a:r>
          <a:endParaRPr lang="en-US" sz="3000" kern="1200"/>
        </a:p>
      </dsp:txBody>
      <dsp:txXfrm>
        <a:off x="135110" y="49527"/>
        <a:ext cx="2625676" cy="1537147"/>
      </dsp:txXfrm>
    </dsp:sp>
    <dsp:sp modelId="{C9A60AE7-109B-3E43-B5E7-0434CF139C4E}">
      <dsp:nvSpPr>
        <dsp:cNvPr id="0" name=""/>
        <dsp:cNvSpPr/>
      </dsp:nvSpPr>
      <dsp:spPr>
        <a:xfrm>
          <a:off x="3048086" y="480656"/>
          <a:ext cx="576920" cy="674887"/>
        </a:xfrm>
        <a:prstGeom prst="rightArrow">
          <a:avLst>
            <a:gd name="adj1" fmla="val 60000"/>
            <a:gd name="adj2" fmla="val 5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066800">
            <a:lnSpc>
              <a:spcPct val="90000"/>
            </a:lnSpc>
            <a:spcBef>
              <a:spcPct val="0"/>
            </a:spcBef>
            <a:spcAft>
              <a:spcPct val="35000"/>
            </a:spcAft>
            <a:buNone/>
          </a:pPr>
          <a:endParaRPr lang="en-US" sz="2400" kern="1200"/>
        </a:p>
      </dsp:txBody>
      <dsp:txXfrm>
        <a:off x="3048086" y="615633"/>
        <a:ext cx="403844" cy="404933"/>
      </dsp:txXfrm>
    </dsp:sp>
    <dsp:sp modelId="{B4E64E40-4A1D-CE4C-8678-8DD3FC01E43F}">
      <dsp:nvSpPr>
        <dsp:cNvPr id="0" name=""/>
        <dsp:cNvSpPr/>
      </dsp:nvSpPr>
      <dsp:spPr>
        <a:xfrm>
          <a:off x="3897138" y="1704"/>
          <a:ext cx="2721322" cy="1632793"/>
        </a:xfrm>
        <a:prstGeom prst="roundRect">
          <a:avLst>
            <a:gd name="adj" fmla="val 10000"/>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ctr" defTabSz="1333500">
            <a:lnSpc>
              <a:spcPct val="90000"/>
            </a:lnSpc>
            <a:spcBef>
              <a:spcPct val="0"/>
            </a:spcBef>
            <a:spcAft>
              <a:spcPct val="35000"/>
            </a:spcAft>
            <a:buNone/>
          </a:pPr>
          <a:r>
            <a:rPr lang="es-MX" sz="3000" kern="1200"/>
            <a:t>Productos</a:t>
          </a:r>
          <a:endParaRPr lang="en-US" sz="3000" kern="1200"/>
        </a:p>
      </dsp:txBody>
      <dsp:txXfrm>
        <a:off x="3944961" y="49527"/>
        <a:ext cx="2625676" cy="1537147"/>
      </dsp:txXfrm>
    </dsp:sp>
    <dsp:sp modelId="{D9AD87BC-4FFC-1E46-B3CB-A888CFF9DEEB}">
      <dsp:nvSpPr>
        <dsp:cNvPr id="0" name=""/>
        <dsp:cNvSpPr/>
      </dsp:nvSpPr>
      <dsp:spPr>
        <a:xfrm>
          <a:off x="6857937" y="480656"/>
          <a:ext cx="576920" cy="674887"/>
        </a:xfrm>
        <a:prstGeom prst="rightArrow">
          <a:avLst>
            <a:gd name="adj1" fmla="val 60000"/>
            <a:gd name="adj2" fmla="val 5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066800">
            <a:lnSpc>
              <a:spcPct val="90000"/>
            </a:lnSpc>
            <a:spcBef>
              <a:spcPct val="0"/>
            </a:spcBef>
            <a:spcAft>
              <a:spcPct val="35000"/>
            </a:spcAft>
            <a:buNone/>
          </a:pPr>
          <a:endParaRPr lang="en-US" sz="2400" kern="1200"/>
        </a:p>
      </dsp:txBody>
      <dsp:txXfrm>
        <a:off x="6857937" y="615633"/>
        <a:ext cx="403844" cy="404933"/>
      </dsp:txXfrm>
    </dsp:sp>
    <dsp:sp modelId="{B9AA5395-6A3B-8145-B30B-6F733964F38E}">
      <dsp:nvSpPr>
        <dsp:cNvPr id="0" name=""/>
        <dsp:cNvSpPr/>
      </dsp:nvSpPr>
      <dsp:spPr>
        <a:xfrm>
          <a:off x="7706990" y="1704"/>
          <a:ext cx="2721322" cy="1632793"/>
        </a:xfrm>
        <a:prstGeom prst="roundRect">
          <a:avLst>
            <a:gd name="adj" fmla="val 10000"/>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ctr" defTabSz="1333500">
            <a:lnSpc>
              <a:spcPct val="90000"/>
            </a:lnSpc>
            <a:spcBef>
              <a:spcPct val="0"/>
            </a:spcBef>
            <a:spcAft>
              <a:spcPct val="35000"/>
            </a:spcAft>
            <a:buNone/>
          </a:pPr>
          <a:r>
            <a:rPr lang="es-MX" sz="3000" kern="1200"/>
            <a:t>Conocimientos</a:t>
          </a:r>
          <a:endParaRPr lang="en-US" sz="3000" kern="1200"/>
        </a:p>
      </dsp:txBody>
      <dsp:txXfrm>
        <a:off x="7754813" y="49527"/>
        <a:ext cx="2625676" cy="1537147"/>
      </dsp:txXfrm>
    </dsp:sp>
    <dsp:sp modelId="{8F2C894A-AB43-D345-BA72-10D85E7EF291}">
      <dsp:nvSpPr>
        <dsp:cNvPr id="0" name=""/>
        <dsp:cNvSpPr/>
      </dsp:nvSpPr>
      <dsp:spPr>
        <a:xfrm rot="5400000">
          <a:off x="8779191" y="1824990"/>
          <a:ext cx="576920" cy="674887"/>
        </a:xfrm>
        <a:prstGeom prst="rightArrow">
          <a:avLst>
            <a:gd name="adj1" fmla="val 60000"/>
            <a:gd name="adj2" fmla="val 5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066800">
            <a:lnSpc>
              <a:spcPct val="90000"/>
            </a:lnSpc>
            <a:spcBef>
              <a:spcPct val="0"/>
            </a:spcBef>
            <a:spcAft>
              <a:spcPct val="35000"/>
            </a:spcAft>
            <a:buNone/>
          </a:pPr>
          <a:endParaRPr lang="en-US" sz="2400" kern="1200"/>
        </a:p>
      </dsp:txBody>
      <dsp:txXfrm rot="-5400000">
        <a:off x="8865185" y="1873973"/>
        <a:ext cx="404933" cy="403844"/>
      </dsp:txXfrm>
    </dsp:sp>
    <dsp:sp modelId="{ABE0663E-A865-1F40-BE37-9A4A927C82CA}">
      <dsp:nvSpPr>
        <dsp:cNvPr id="0" name=""/>
        <dsp:cNvSpPr/>
      </dsp:nvSpPr>
      <dsp:spPr>
        <a:xfrm>
          <a:off x="7706990" y="2723026"/>
          <a:ext cx="2721322" cy="1632793"/>
        </a:xfrm>
        <a:prstGeom prst="roundRect">
          <a:avLst>
            <a:gd name="adj" fmla="val 10000"/>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ctr" defTabSz="1333500">
            <a:lnSpc>
              <a:spcPct val="90000"/>
            </a:lnSpc>
            <a:spcBef>
              <a:spcPct val="0"/>
            </a:spcBef>
            <a:spcAft>
              <a:spcPct val="35000"/>
            </a:spcAft>
            <a:buNone/>
          </a:pPr>
          <a:r>
            <a:rPr lang="es-MX" sz="3000" kern="1200"/>
            <a:t>Actitudes habitos y valores</a:t>
          </a:r>
          <a:endParaRPr lang="en-US" sz="3000" kern="1200"/>
        </a:p>
      </dsp:txBody>
      <dsp:txXfrm>
        <a:off x="7754813" y="2770849"/>
        <a:ext cx="2625676" cy="1537147"/>
      </dsp:txXfrm>
    </dsp:sp>
  </dsp:spTree>
</dsp:drawing>
</file>

<file path=ppt/diagrams/layout1.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05/8/layout/process5">
  <dgm:title val=""/>
  <dgm:desc val=""/>
  <dgm:catLst>
    <dgm:cat type="process" pri="17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diagram">
    <dgm:varLst>
      <dgm:dir/>
      <dgm:resizeHandles val="exact"/>
    </dgm:varLst>
    <dgm:choose name="Name0">
      <dgm:if name="Name1" axis="self" func="var" arg="dir" op="equ" val="norm">
        <dgm:alg type="snake">
          <dgm:param type="grDir" val="tL"/>
          <dgm:param type="flowDir" val="row"/>
          <dgm:param type="contDir" val="revDir"/>
          <dgm:param type="bkpt" val="endCnv"/>
        </dgm:alg>
      </dgm:if>
      <dgm:else name="Name2">
        <dgm:alg type="snake">
          <dgm:param type="grDir" val="tR"/>
          <dgm:param type="flowDir" val="row"/>
          <dgm:param type="contDir" val="rev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4"/>
      <dgm:constr type="sp" refType="w" refFor="ch" refForName="sibTrans"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MX"/>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23FFF29-EB18-B241-879A-1A824E26C6DA}" type="datetimeFigureOut">
              <a:rPr lang="es-MX" smtClean="0"/>
              <a:t>04/08/2026</a:t>
            </a:fld>
            <a:endParaRPr lang="es-MX"/>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MX"/>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MX"/>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04350F4-EB3D-7644-8616-71139C55FB30}" type="slidenum">
              <a:rPr lang="es-MX" smtClean="0"/>
              <a:t>‹#›</a:t>
            </a:fld>
            <a:endParaRPr lang="es-MX"/>
          </a:p>
        </p:txBody>
      </p:sp>
    </p:spTree>
    <p:extLst>
      <p:ext uri="{BB962C8B-B14F-4D97-AF65-F5344CB8AC3E}">
        <p14:creationId xmlns:p14="http://schemas.microsoft.com/office/powerpoint/2010/main" val="5919581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MX" dirty="0"/>
          </a:p>
        </p:txBody>
      </p:sp>
      <p:sp>
        <p:nvSpPr>
          <p:cNvPr id="4" name="Marcador de número de diapositiva 3"/>
          <p:cNvSpPr>
            <a:spLocks noGrp="1"/>
          </p:cNvSpPr>
          <p:nvPr>
            <p:ph type="sldNum" sz="quarter" idx="5"/>
          </p:nvPr>
        </p:nvSpPr>
        <p:spPr/>
        <p:txBody>
          <a:bodyPr/>
          <a:lstStyle/>
          <a:p>
            <a:fld id="{45E74012-EE35-B64C-B665-B3595F3DC314}" type="slidenum">
              <a:rPr lang="es-MX" smtClean="0"/>
              <a:t>10</a:t>
            </a:fld>
            <a:endParaRPr lang="es-MX"/>
          </a:p>
        </p:txBody>
      </p:sp>
    </p:spTree>
    <p:extLst>
      <p:ext uri="{BB962C8B-B14F-4D97-AF65-F5344CB8AC3E}">
        <p14:creationId xmlns:p14="http://schemas.microsoft.com/office/powerpoint/2010/main" val="12953447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MX" dirty="0"/>
          </a:p>
        </p:txBody>
      </p:sp>
      <p:sp>
        <p:nvSpPr>
          <p:cNvPr id="4" name="Marcador de número de diapositiva 3"/>
          <p:cNvSpPr>
            <a:spLocks noGrp="1"/>
          </p:cNvSpPr>
          <p:nvPr>
            <p:ph type="sldNum" sz="quarter" idx="5"/>
          </p:nvPr>
        </p:nvSpPr>
        <p:spPr/>
        <p:txBody>
          <a:bodyPr/>
          <a:lstStyle/>
          <a:p>
            <a:fld id="{45E74012-EE35-B64C-B665-B3595F3DC314}" type="slidenum">
              <a:rPr lang="es-MX" smtClean="0"/>
              <a:t>42</a:t>
            </a:fld>
            <a:endParaRPr lang="es-MX"/>
          </a:p>
        </p:txBody>
      </p:sp>
    </p:spTree>
    <p:extLst>
      <p:ext uri="{BB962C8B-B14F-4D97-AF65-F5344CB8AC3E}">
        <p14:creationId xmlns:p14="http://schemas.microsoft.com/office/powerpoint/2010/main" val="17892713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6304C8F-2682-D12B-C828-7280FB16A5D8}"/>
              </a:ext>
            </a:extLst>
          </p:cNvPr>
          <p:cNvSpPr>
            <a:spLocks noGrp="1"/>
          </p:cNvSpPr>
          <p:nvPr>
            <p:ph type="ctrTitle"/>
          </p:nvPr>
        </p:nvSpPr>
        <p:spPr>
          <a:xfrm>
            <a:off x="1524000" y="1122363"/>
            <a:ext cx="9144000" cy="2387600"/>
          </a:xfrm>
        </p:spPr>
        <p:txBody>
          <a:bodyPr anchor="b"/>
          <a:lstStyle>
            <a:lvl1pPr algn="ctr">
              <a:defRPr sz="6000"/>
            </a:lvl1pPr>
          </a:lstStyle>
          <a:p>
            <a:r>
              <a:rPr lang="es-MX"/>
              <a:t>Haz clic para modificar el estilo de título del patrón</a:t>
            </a:r>
          </a:p>
        </p:txBody>
      </p:sp>
      <p:sp>
        <p:nvSpPr>
          <p:cNvPr id="3" name="Subtítulo 2">
            <a:extLst>
              <a:ext uri="{FF2B5EF4-FFF2-40B4-BE49-F238E27FC236}">
                <a16:creationId xmlns:a16="http://schemas.microsoft.com/office/drawing/2014/main" id="{62A07A50-CB4E-31F8-A7DD-4079B4CE49E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MX"/>
              <a:t>Haz clic para editar el estilo de subtítulo del patrón</a:t>
            </a:r>
          </a:p>
        </p:txBody>
      </p:sp>
      <p:sp>
        <p:nvSpPr>
          <p:cNvPr id="4" name="Marcador de fecha 3">
            <a:extLst>
              <a:ext uri="{FF2B5EF4-FFF2-40B4-BE49-F238E27FC236}">
                <a16:creationId xmlns:a16="http://schemas.microsoft.com/office/drawing/2014/main" id="{DEE2DEBC-6464-6940-7085-904E32399F89}"/>
              </a:ext>
            </a:extLst>
          </p:cNvPr>
          <p:cNvSpPr>
            <a:spLocks noGrp="1"/>
          </p:cNvSpPr>
          <p:nvPr>
            <p:ph type="dt" sz="half" idx="10"/>
          </p:nvPr>
        </p:nvSpPr>
        <p:spPr/>
        <p:txBody>
          <a:bodyPr/>
          <a:lstStyle/>
          <a:p>
            <a:fld id="{B733994C-8588-464D-BC97-0B0D9D932E56}" type="datetimeFigureOut">
              <a:rPr lang="es-MX" smtClean="0"/>
              <a:t>04/08/2026</a:t>
            </a:fld>
            <a:endParaRPr lang="es-MX"/>
          </a:p>
        </p:txBody>
      </p:sp>
      <p:sp>
        <p:nvSpPr>
          <p:cNvPr id="5" name="Marcador de pie de página 4">
            <a:extLst>
              <a:ext uri="{FF2B5EF4-FFF2-40B4-BE49-F238E27FC236}">
                <a16:creationId xmlns:a16="http://schemas.microsoft.com/office/drawing/2014/main" id="{2F65C386-F2A2-34D5-108D-8D46A0F4ADF9}"/>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50DFD284-7357-FD70-C60C-10A9691723F6}"/>
              </a:ext>
            </a:extLst>
          </p:cNvPr>
          <p:cNvSpPr>
            <a:spLocks noGrp="1"/>
          </p:cNvSpPr>
          <p:nvPr>
            <p:ph type="sldNum" sz="quarter" idx="12"/>
          </p:nvPr>
        </p:nvSpPr>
        <p:spPr/>
        <p:txBody>
          <a:bodyPr/>
          <a:lstStyle/>
          <a:p>
            <a:fld id="{FC9205C3-1767-B64F-9461-D80AB564E095}" type="slidenum">
              <a:rPr lang="es-MX" smtClean="0"/>
              <a:t>‹#›</a:t>
            </a:fld>
            <a:endParaRPr lang="es-MX"/>
          </a:p>
        </p:txBody>
      </p:sp>
    </p:spTree>
    <p:extLst>
      <p:ext uri="{BB962C8B-B14F-4D97-AF65-F5344CB8AC3E}">
        <p14:creationId xmlns:p14="http://schemas.microsoft.com/office/powerpoint/2010/main" val="17641182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50B570D-DE55-8CF8-F5FE-34F47D854A26}"/>
              </a:ext>
            </a:extLst>
          </p:cNvPr>
          <p:cNvSpPr>
            <a:spLocks noGrp="1"/>
          </p:cNvSpPr>
          <p:nvPr>
            <p:ph type="title"/>
          </p:nvPr>
        </p:nvSpPr>
        <p:spPr/>
        <p:txBody>
          <a:bodyPr/>
          <a:lstStyle/>
          <a:p>
            <a:r>
              <a:rPr lang="es-MX"/>
              <a:t>Haz clic para modificar el estilo de título del patrón</a:t>
            </a:r>
          </a:p>
        </p:txBody>
      </p:sp>
      <p:sp>
        <p:nvSpPr>
          <p:cNvPr id="3" name="Marcador de contenido 2">
            <a:extLst>
              <a:ext uri="{FF2B5EF4-FFF2-40B4-BE49-F238E27FC236}">
                <a16:creationId xmlns:a16="http://schemas.microsoft.com/office/drawing/2014/main" id="{E8A2E743-6F78-37C3-D68D-66CA7BF43DAA}"/>
              </a:ext>
            </a:extLst>
          </p:cNvPr>
          <p:cNvSpPr>
            <a:spLocks noGrp="1"/>
          </p:cNvSpPr>
          <p:nvPr>
            <p:ph idx="1"/>
          </p:nvPr>
        </p:nvSpPr>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p>
        </p:txBody>
      </p:sp>
      <p:sp>
        <p:nvSpPr>
          <p:cNvPr id="4" name="Marcador de fecha 3">
            <a:extLst>
              <a:ext uri="{FF2B5EF4-FFF2-40B4-BE49-F238E27FC236}">
                <a16:creationId xmlns:a16="http://schemas.microsoft.com/office/drawing/2014/main" id="{C6157B99-8243-D5A9-545A-C1C247AE757B}"/>
              </a:ext>
            </a:extLst>
          </p:cNvPr>
          <p:cNvSpPr>
            <a:spLocks noGrp="1"/>
          </p:cNvSpPr>
          <p:nvPr>
            <p:ph type="dt" sz="half" idx="10"/>
          </p:nvPr>
        </p:nvSpPr>
        <p:spPr/>
        <p:txBody>
          <a:bodyPr/>
          <a:lstStyle/>
          <a:p>
            <a:fld id="{B733994C-8588-464D-BC97-0B0D9D932E56}" type="datetimeFigureOut">
              <a:rPr lang="es-MX" smtClean="0"/>
              <a:t>04/08/2026</a:t>
            </a:fld>
            <a:endParaRPr lang="es-MX"/>
          </a:p>
        </p:txBody>
      </p:sp>
      <p:sp>
        <p:nvSpPr>
          <p:cNvPr id="5" name="Marcador de pie de página 4">
            <a:extLst>
              <a:ext uri="{FF2B5EF4-FFF2-40B4-BE49-F238E27FC236}">
                <a16:creationId xmlns:a16="http://schemas.microsoft.com/office/drawing/2014/main" id="{C7B140F3-4E46-4086-EFFA-79ECC1C3F365}"/>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AC76AC2D-D101-6507-FE3E-094195D0F6AB}"/>
              </a:ext>
            </a:extLst>
          </p:cNvPr>
          <p:cNvSpPr>
            <a:spLocks noGrp="1"/>
          </p:cNvSpPr>
          <p:nvPr>
            <p:ph type="sldNum" sz="quarter" idx="12"/>
          </p:nvPr>
        </p:nvSpPr>
        <p:spPr/>
        <p:txBody>
          <a:bodyPr/>
          <a:lstStyle/>
          <a:p>
            <a:fld id="{FC9205C3-1767-B64F-9461-D80AB564E095}" type="slidenum">
              <a:rPr lang="es-MX" smtClean="0"/>
              <a:t>‹#›</a:t>
            </a:fld>
            <a:endParaRPr lang="es-MX"/>
          </a:p>
        </p:txBody>
      </p:sp>
    </p:spTree>
    <p:extLst>
      <p:ext uri="{BB962C8B-B14F-4D97-AF65-F5344CB8AC3E}">
        <p14:creationId xmlns:p14="http://schemas.microsoft.com/office/powerpoint/2010/main" val="33537702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71D0C36-8899-48D6-A50B-730467559016}"/>
              </a:ext>
            </a:extLst>
          </p:cNvPr>
          <p:cNvSpPr>
            <a:spLocks noGrp="1"/>
          </p:cNvSpPr>
          <p:nvPr>
            <p:ph type="title"/>
          </p:nvPr>
        </p:nvSpPr>
        <p:spPr>
          <a:xfrm>
            <a:off x="831850" y="1709738"/>
            <a:ext cx="10515600" cy="2852737"/>
          </a:xfrm>
        </p:spPr>
        <p:txBody>
          <a:bodyPr anchor="b"/>
          <a:lstStyle>
            <a:lvl1pPr>
              <a:defRPr sz="6000"/>
            </a:lvl1pPr>
          </a:lstStyle>
          <a:p>
            <a:r>
              <a:rPr lang="es-MX"/>
              <a:t>Haz clic para modificar el estilo de título del patrón</a:t>
            </a:r>
          </a:p>
        </p:txBody>
      </p:sp>
      <p:sp>
        <p:nvSpPr>
          <p:cNvPr id="3" name="Marcador de texto 2">
            <a:extLst>
              <a:ext uri="{FF2B5EF4-FFF2-40B4-BE49-F238E27FC236}">
                <a16:creationId xmlns:a16="http://schemas.microsoft.com/office/drawing/2014/main" id="{E7504134-7E3A-050F-31F1-1430C199BE0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MX"/>
              <a:t>Haga clic para modificar los estilos de texto del patrón</a:t>
            </a:r>
          </a:p>
        </p:txBody>
      </p:sp>
      <p:sp>
        <p:nvSpPr>
          <p:cNvPr id="4" name="Marcador de fecha 3">
            <a:extLst>
              <a:ext uri="{FF2B5EF4-FFF2-40B4-BE49-F238E27FC236}">
                <a16:creationId xmlns:a16="http://schemas.microsoft.com/office/drawing/2014/main" id="{ACE269E6-A5AF-6027-D2A4-595E6F11DDD0}"/>
              </a:ext>
            </a:extLst>
          </p:cNvPr>
          <p:cNvSpPr>
            <a:spLocks noGrp="1"/>
          </p:cNvSpPr>
          <p:nvPr>
            <p:ph type="dt" sz="half" idx="10"/>
          </p:nvPr>
        </p:nvSpPr>
        <p:spPr/>
        <p:txBody>
          <a:bodyPr/>
          <a:lstStyle/>
          <a:p>
            <a:fld id="{B733994C-8588-464D-BC97-0B0D9D932E56}" type="datetimeFigureOut">
              <a:rPr lang="es-MX" smtClean="0"/>
              <a:t>04/08/2026</a:t>
            </a:fld>
            <a:endParaRPr lang="es-MX"/>
          </a:p>
        </p:txBody>
      </p:sp>
      <p:sp>
        <p:nvSpPr>
          <p:cNvPr id="5" name="Marcador de pie de página 4">
            <a:extLst>
              <a:ext uri="{FF2B5EF4-FFF2-40B4-BE49-F238E27FC236}">
                <a16:creationId xmlns:a16="http://schemas.microsoft.com/office/drawing/2014/main" id="{0FF2D5BC-1CAD-8717-1B24-ED47C63B24E7}"/>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830E7B83-90B0-C5A9-1427-5195BC4A42CA}"/>
              </a:ext>
            </a:extLst>
          </p:cNvPr>
          <p:cNvSpPr>
            <a:spLocks noGrp="1"/>
          </p:cNvSpPr>
          <p:nvPr>
            <p:ph type="sldNum" sz="quarter" idx="12"/>
          </p:nvPr>
        </p:nvSpPr>
        <p:spPr/>
        <p:txBody>
          <a:bodyPr/>
          <a:lstStyle/>
          <a:p>
            <a:fld id="{FC9205C3-1767-B64F-9461-D80AB564E095}" type="slidenum">
              <a:rPr lang="es-MX" smtClean="0"/>
              <a:t>‹#›</a:t>
            </a:fld>
            <a:endParaRPr lang="es-MX"/>
          </a:p>
        </p:txBody>
      </p:sp>
    </p:spTree>
    <p:extLst>
      <p:ext uri="{BB962C8B-B14F-4D97-AF65-F5344CB8AC3E}">
        <p14:creationId xmlns:p14="http://schemas.microsoft.com/office/powerpoint/2010/main" val="6694138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ADD3869-B856-35FC-366F-E6BBEAA25B5C}"/>
              </a:ext>
            </a:extLst>
          </p:cNvPr>
          <p:cNvSpPr>
            <a:spLocks noGrp="1"/>
          </p:cNvSpPr>
          <p:nvPr>
            <p:ph type="title"/>
          </p:nvPr>
        </p:nvSpPr>
        <p:spPr/>
        <p:txBody>
          <a:bodyPr/>
          <a:lstStyle/>
          <a:p>
            <a:r>
              <a:rPr lang="es-MX"/>
              <a:t>Haz clic para modificar el estilo de título del patrón</a:t>
            </a:r>
          </a:p>
        </p:txBody>
      </p:sp>
      <p:sp>
        <p:nvSpPr>
          <p:cNvPr id="3" name="Marcador de contenido 2">
            <a:extLst>
              <a:ext uri="{FF2B5EF4-FFF2-40B4-BE49-F238E27FC236}">
                <a16:creationId xmlns:a16="http://schemas.microsoft.com/office/drawing/2014/main" id="{01B2ACEC-E217-8D3B-2632-918D51E2798E}"/>
              </a:ext>
            </a:extLst>
          </p:cNvPr>
          <p:cNvSpPr>
            <a:spLocks noGrp="1"/>
          </p:cNvSpPr>
          <p:nvPr>
            <p:ph sz="half" idx="1"/>
          </p:nvPr>
        </p:nvSpPr>
        <p:spPr>
          <a:xfrm>
            <a:off x="838200" y="1825625"/>
            <a:ext cx="5181600" cy="435133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p>
        </p:txBody>
      </p:sp>
      <p:sp>
        <p:nvSpPr>
          <p:cNvPr id="4" name="Marcador de contenido 3">
            <a:extLst>
              <a:ext uri="{FF2B5EF4-FFF2-40B4-BE49-F238E27FC236}">
                <a16:creationId xmlns:a16="http://schemas.microsoft.com/office/drawing/2014/main" id="{54753B4B-5948-78C1-FB1E-C326185F3BF8}"/>
              </a:ext>
            </a:extLst>
          </p:cNvPr>
          <p:cNvSpPr>
            <a:spLocks noGrp="1"/>
          </p:cNvSpPr>
          <p:nvPr>
            <p:ph sz="half" idx="2"/>
          </p:nvPr>
        </p:nvSpPr>
        <p:spPr>
          <a:xfrm>
            <a:off x="6172200" y="1825625"/>
            <a:ext cx="5181600" cy="435133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p>
        </p:txBody>
      </p:sp>
      <p:sp>
        <p:nvSpPr>
          <p:cNvPr id="5" name="Marcador de fecha 4">
            <a:extLst>
              <a:ext uri="{FF2B5EF4-FFF2-40B4-BE49-F238E27FC236}">
                <a16:creationId xmlns:a16="http://schemas.microsoft.com/office/drawing/2014/main" id="{44FD552E-564B-E6E3-2049-3165A7570B1C}"/>
              </a:ext>
            </a:extLst>
          </p:cNvPr>
          <p:cNvSpPr>
            <a:spLocks noGrp="1"/>
          </p:cNvSpPr>
          <p:nvPr>
            <p:ph type="dt" sz="half" idx="10"/>
          </p:nvPr>
        </p:nvSpPr>
        <p:spPr/>
        <p:txBody>
          <a:bodyPr/>
          <a:lstStyle/>
          <a:p>
            <a:fld id="{B733994C-8588-464D-BC97-0B0D9D932E56}" type="datetimeFigureOut">
              <a:rPr lang="es-MX" smtClean="0"/>
              <a:t>04/08/2026</a:t>
            </a:fld>
            <a:endParaRPr lang="es-MX"/>
          </a:p>
        </p:txBody>
      </p:sp>
      <p:sp>
        <p:nvSpPr>
          <p:cNvPr id="6" name="Marcador de pie de página 5">
            <a:extLst>
              <a:ext uri="{FF2B5EF4-FFF2-40B4-BE49-F238E27FC236}">
                <a16:creationId xmlns:a16="http://schemas.microsoft.com/office/drawing/2014/main" id="{315BBA54-893E-CB58-D6A9-439B31FCF7F0}"/>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C0A0BFC8-21F6-DE4F-0994-81AA025AE5ED}"/>
              </a:ext>
            </a:extLst>
          </p:cNvPr>
          <p:cNvSpPr>
            <a:spLocks noGrp="1"/>
          </p:cNvSpPr>
          <p:nvPr>
            <p:ph type="sldNum" sz="quarter" idx="12"/>
          </p:nvPr>
        </p:nvSpPr>
        <p:spPr/>
        <p:txBody>
          <a:bodyPr/>
          <a:lstStyle/>
          <a:p>
            <a:fld id="{FC9205C3-1767-B64F-9461-D80AB564E095}" type="slidenum">
              <a:rPr lang="es-MX" smtClean="0"/>
              <a:t>‹#›</a:t>
            </a:fld>
            <a:endParaRPr lang="es-MX"/>
          </a:p>
        </p:txBody>
      </p:sp>
    </p:spTree>
    <p:extLst>
      <p:ext uri="{BB962C8B-B14F-4D97-AF65-F5344CB8AC3E}">
        <p14:creationId xmlns:p14="http://schemas.microsoft.com/office/powerpoint/2010/main" val="30126640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3380752-2B69-8F28-6645-B51DDAF012AB}"/>
              </a:ext>
            </a:extLst>
          </p:cNvPr>
          <p:cNvSpPr>
            <a:spLocks noGrp="1"/>
          </p:cNvSpPr>
          <p:nvPr>
            <p:ph type="title"/>
          </p:nvPr>
        </p:nvSpPr>
        <p:spPr>
          <a:xfrm>
            <a:off x="839788" y="365125"/>
            <a:ext cx="10515600" cy="1325563"/>
          </a:xfrm>
        </p:spPr>
        <p:txBody>
          <a:bodyPr/>
          <a:lstStyle/>
          <a:p>
            <a:r>
              <a:rPr lang="es-MX"/>
              <a:t>Haz clic para modificar el estilo de título del patrón</a:t>
            </a:r>
          </a:p>
        </p:txBody>
      </p:sp>
      <p:sp>
        <p:nvSpPr>
          <p:cNvPr id="3" name="Marcador de texto 2">
            <a:extLst>
              <a:ext uri="{FF2B5EF4-FFF2-40B4-BE49-F238E27FC236}">
                <a16:creationId xmlns:a16="http://schemas.microsoft.com/office/drawing/2014/main" id="{A9CC56BB-6E20-EEE1-0E22-D0CA0A5BF40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4" name="Marcador de contenido 3">
            <a:extLst>
              <a:ext uri="{FF2B5EF4-FFF2-40B4-BE49-F238E27FC236}">
                <a16:creationId xmlns:a16="http://schemas.microsoft.com/office/drawing/2014/main" id="{11249C6A-F1A8-AAE6-923B-9116770AC4F9}"/>
              </a:ext>
            </a:extLst>
          </p:cNvPr>
          <p:cNvSpPr>
            <a:spLocks noGrp="1"/>
          </p:cNvSpPr>
          <p:nvPr>
            <p:ph sz="half" idx="2"/>
          </p:nvPr>
        </p:nvSpPr>
        <p:spPr>
          <a:xfrm>
            <a:off x="839788" y="2505075"/>
            <a:ext cx="5157787" cy="368458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p>
        </p:txBody>
      </p:sp>
      <p:sp>
        <p:nvSpPr>
          <p:cNvPr id="5" name="Marcador de texto 4">
            <a:extLst>
              <a:ext uri="{FF2B5EF4-FFF2-40B4-BE49-F238E27FC236}">
                <a16:creationId xmlns:a16="http://schemas.microsoft.com/office/drawing/2014/main" id="{2C4942B9-5FFD-B0CC-9604-D70C45788E3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6" name="Marcador de contenido 5">
            <a:extLst>
              <a:ext uri="{FF2B5EF4-FFF2-40B4-BE49-F238E27FC236}">
                <a16:creationId xmlns:a16="http://schemas.microsoft.com/office/drawing/2014/main" id="{19B300A4-ED82-8669-B78B-CD17F6D37F10}"/>
              </a:ext>
            </a:extLst>
          </p:cNvPr>
          <p:cNvSpPr>
            <a:spLocks noGrp="1"/>
          </p:cNvSpPr>
          <p:nvPr>
            <p:ph sz="quarter" idx="4"/>
          </p:nvPr>
        </p:nvSpPr>
        <p:spPr>
          <a:xfrm>
            <a:off x="6172200" y="2505075"/>
            <a:ext cx="5183188" cy="368458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p>
        </p:txBody>
      </p:sp>
      <p:sp>
        <p:nvSpPr>
          <p:cNvPr id="7" name="Marcador de fecha 6">
            <a:extLst>
              <a:ext uri="{FF2B5EF4-FFF2-40B4-BE49-F238E27FC236}">
                <a16:creationId xmlns:a16="http://schemas.microsoft.com/office/drawing/2014/main" id="{F173E195-9B1E-14C6-95E3-886F06B82DAD}"/>
              </a:ext>
            </a:extLst>
          </p:cNvPr>
          <p:cNvSpPr>
            <a:spLocks noGrp="1"/>
          </p:cNvSpPr>
          <p:nvPr>
            <p:ph type="dt" sz="half" idx="10"/>
          </p:nvPr>
        </p:nvSpPr>
        <p:spPr/>
        <p:txBody>
          <a:bodyPr/>
          <a:lstStyle/>
          <a:p>
            <a:fld id="{B733994C-8588-464D-BC97-0B0D9D932E56}" type="datetimeFigureOut">
              <a:rPr lang="es-MX" smtClean="0"/>
              <a:t>04/08/2026</a:t>
            </a:fld>
            <a:endParaRPr lang="es-MX"/>
          </a:p>
        </p:txBody>
      </p:sp>
      <p:sp>
        <p:nvSpPr>
          <p:cNvPr id="8" name="Marcador de pie de página 7">
            <a:extLst>
              <a:ext uri="{FF2B5EF4-FFF2-40B4-BE49-F238E27FC236}">
                <a16:creationId xmlns:a16="http://schemas.microsoft.com/office/drawing/2014/main" id="{1B9D1493-2B48-9982-A892-EB9111809650}"/>
              </a:ext>
            </a:extLst>
          </p:cNvPr>
          <p:cNvSpPr>
            <a:spLocks noGrp="1"/>
          </p:cNvSpPr>
          <p:nvPr>
            <p:ph type="ftr" sz="quarter" idx="11"/>
          </p:nvPr>
        </p:nvSpPr>
        <p:spPr/>
        <p:txBody>
          <a:bodyPr/>
          <a:lstStyle/>
          <a:p>
            <a:endParaRPr lang="es-MX"/>
          </a:p>
        </p:txBody>
      </p:sp>
      <p:sp>
        <p:nvSpPr>
          <p:cNvPr id="9" name="Marcador de número de diapositiva 8">
            <a:extLst>
              <a:ext uri="{FF2B5EF4-FFF2-40B4-BE49-F238E27FC236}">
                <a16:creationId xmlns:a16="http://schemas.microsoft.com/office/drawing/2014/main" id="{37281F0A-4816-BBEA-BC46-F885F7F1F408}"/>
              </a:ext>
            </a:extLst>
          </p:cNvPr>
          <p:cNvSpPr>
            <a:spLocks noGrp="1"/>
          </p:cNvSpPr>
          <p:nvPr>
            <p:ph type="sldNum" sz="quarter" idx="12"/>
          </p:nvPr>
        </p:nvSpPr>
        <p:spPr/>
        <p:txBody>
          <a:bodyPr/>
          <a:lstStyle/>
          <a:p>
            <a:fld id="{FC9205C3-1767-B64F-9461-D80AB564E095}" type="slidenum">
              <a:rPr lang="es-MX" smtClean="0"/>
              <a:t>‹#›</a:t>
            </a:fld>
            <a:endParaRPr lang="es-MX"/>
          </a:p>
        </p:txBody>
      </p:sp>
    </p:spTree>
    <p:extLst>
      <p:ext uri="{BB962C8B-B14F-4D97-AF65-F5344CB8AC3E}">
        <p14:creationId xmlns:p14="http://schemas.microsoft.com/office/powerpoint/2010/main" val="27166155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B2CD0A9-D42E-CF2C-FB87-D10DA4D432D8}"/>
              </a:ext>
            </a:extLst>
          </p:cNvPr>
          <p:cNvSpPr>
            <a:spLocks noGrp="1"/>
          </p:cNvSpPr>
          <p:nvPr>
            <p:ph type="title"/>
          </p:nvPr>
        </p:nvSpPr>
        <p:spPr/>
        <p:txBody>
          <a:bodyPr/>
          <a:lstStyle/>
          <a:p>
            <a:r>
              <a:rPr lang="es-MX"/>
              <a:t>Haz clic para modificar el estilo de título del patrón</a:t>
            </a:r>
          </a:p>
        </p:txBody>
      </p:sp>
      <p:sp>
        <p:nvSpPr>
          <p:cNvPr id="3" name="Marcador de fecha 2">
            <a:extLst>
              <a:ext uri="{FF2B5EF4-FFF2-40B4-BE49-F238E27FC236}">
                <a16:creationId xmlns:a16="http://schemas.microsoft.com/office/drawing/2014/main" id="{ACB1B4B2-9365-7DE8-78F5-4FDCDF2D77FB}"/>
              </a:ext>
            </a:extLst>
          </p:cNvPr>
          <p:cNvSpPr>
            <a:spLocks noGrp="1"/>
          </p:cNvSpPr>
          <p:nvPr>
            <p:ph type="dt" sz="half" idx="10"/>
          </p:nvPr>
        </p:nvSpPr>
        <p:spPr/>
        <p:txBody>
          <a:bodyPr/>
          <a:lstStyle/>
          <a:p>
            <a:fld id="{B733994C-8588-464D-BC97-0B0D9D932E56}" type="datetimeFigureOut">
              <a:rPr lang="es-MX" smtClean="0"/>
              <a:t>04/08/2026</a:t>
            </a:fld>
            <a:endParaRPr lang="es-MX"/>
          </a:p>
        </p:txBody>
      </p:sp>
      <p:sp>
        <p:nvSpPr>
          <p:cNvPr id="4" name="Marcador de pie de página 3">
            <a:extLst>
              <a:ext uri="{FF2B5EF4-FFF2-40B4-BE49-F238E27FC236}">
                <a16:creationId xmlns:a16="http://schemas.microsoft.com/office/drawing/2014/main" id="{93645039-83FD-B073-FA2A-39A5F160C718}"/>
              </a:ext>
            </a:extLst>
          </p:cNvPr>
          <p:cNvSpPr>
            <a:spLocks noGrp="1"/>
          </p:cNvSpPr>
          <p:nvPr>
            <p:ph type="ftr" sz="quarter" idx="11"/>
          </p:nvPr>
        </p:nvSpPr>
        <p:spPr/>
        <p:txBody>
          <a:bodyPr/>
          <a:lstStyle/>
          <a:p>
            <a:endParaRPr lang="es-MX"/>
          </a:p>
        </p:txBody>
      </p:sp>
      <p:sp>
        <p:nvSpPr>
          <p:cNvPr id="5" name="Marcador de número de diapositiva 4">
            <a:extLst>
              <a:ext uri="{FF2B5EF4-FFF2-40B4-BE49-F238E27FC236}">
                <a16:creationId xmlns:a16="http://schemas.microsoft.com/office/drawing/2014/main" id="{305FE16B-CE5F-A608-7396-592858A5E7B3}"/>
              </a:ext>
            </a:extLst>
          </p:cNvPr>
          <p:cNvSpPr>
            <a:spLocks noGrp="1"/>
          </p:cNvSpPr>
          <p:nvPr>
            <p:ph type="sldNum" sz="quarter" idx="12"/>
          </p:nvPr>
        </p:nvSpPr>
        <p:spPr/>
        <p:txBody>
          <a:bodyPr/>
          <a:lstStyle/>
          <a:p>
            <a:fld id="{FC9205C3-1767-B64F-9461-D80AB564E095}" type="slidenum">
              <a:rPr lang="es-MX" smtClean="0"/>
              <a:t>‹#›</a:t>
            </a:fld>
            <a:endParaRPr lang="es-MX"/>
          </a:p>
        </p:txBody>
      </p:sp>
    </p:spTree>
    <p:extLst>
      <p:ext uri="{BB962C8B-B14F-4D97-AF65-F5344CB8AC3E}">
        <p14:creationId xmlns:p14="http://schemas.microsoft.com/office/powerpoint/2010/main" val="14266886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305B4878-7545-BB5D-2ED6-41C84357EF18}"/>
              </a:ext>
            </a:extLst>
          </p:cNvPr>
          <p:cNvSpPr>
            <a:spLocks noGrp="1"/>
          </p:cNvSpPr>
          <p:nvPr>
            <p:ph type="dt" sz="half" idx="10"/>
          </p:nvPr>
        </p:nvSpPr>
        <p:spPr/>
        <p:txBody>
          <a:bodyPr/>
          <a:lstStyle/>
          <a:p>
            <a:fld id="{B733994C-8588-464D-BC97-0B0D9D932E56}" type="datetimeFigureOut">
              <a:rPr lang="es-MX" smtClean="0"/>
              <a:t>04/08/2026</a:t>
            </a:fld>
            <a:endParaRPr lang="es-MX"/>
          </a:p>
        </p:txBody>
      </p:sp>
      <p:sp>
        <p:nvSpPr>
          <p:cNvPr id="3" name="Marcador de pie de página 2">
            <a:extLst>
              <a:ext uri="{FF2B5EF4-FFF2-40B4-BE49-F238E27FC236}">
                <a16:creationId xmlns:a16="http://schemas.microsoft.com/office/drawing/2014/main" id="{F39C98DB-4FCD-B983-DA76-FCAE2F3F06D4}"/>
              </a:ext>
            </a:extLst>
          </p:cNvPr>
          <p:cNvSpPr>
            <a:spLocks noGrp="1"/>
          </p:cNvSpPr>
          <p:nvPr>
            <p:ph type="ftr" sz="quarter" idx="11"/>
          </p:nvPr>
        </p:nvSpPr>
        <p:spPr/>
        <p:txBody>
          <a:bodyPr/>
          <a:lstStyle/>
          <a:p>
            <a:endParaRPr lang="es-MX"/>
          </a:p>
        </p:txBody>
      </p:sp>
      <p:sp>
        <p:nvSpPr>
          <p:cNvPr id="4" name="Marcador de número de diapositiva 3">
            <a:extLst>
              <a:ext uri="{FF2B5EF4-FFF2-40B4-BE49-F238E27FC236}">
                <a16:creationId xmlns:a16="http://schemas.microsoft.com/office/drawing/2014/main" id="{876470D5-A162-F9D9-DB56-08B409F7E35C}"/>
              </a:ext>
            </a:extLst>
          </p:cNvPr>
          <p:cNvSpPr>
            <a:spLocks noGrp="1"/>
          </p:cNvSpPr>
          <p:nvPr>
            <p:ph type="sldNum" sz="quarter" idx="12"/>
          </p:nvPr>
        </p:nvSpPr>
        <p:spPr/>
        <p:txBody>
          <a:bodyPr/>
          <a:lstStyle/>
          <a:p>
            <a:fld id="{FC9205C3-1767-B64F-9461-D80AB564E095}" type="slidenum">
              <a:rPr lang="es-MX" smtClean="0"/>
              <a:t>‹#›</a:t>
            </a:fld>
            <a:endParaRPr lang="es-MX"/>
          </a:p>
        </p:txBody>
      </p:sp>
    </p:spTree>
    <p:extLst>
      <p:ext uri="{BB962C8B-B14F-4D97-AF65-F5344CB8AC3E}">
        <p14:creationId xmlns:p14="http://schemas.microsoft.com/office/powerpoint/2010/main" val="36240933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3272E9A-C709-5BB1-3B1B-8DDC9A038CC1}"/>
              </a:ext>
            </a:extLst>
          </p:cNvPr>
          <p:cNvSpPr>
            <a:spLocks noGrp="1"/>
          </p:cNvSpPr>
          <p:nvPr>
            <p:ph type="title"/>
          </p:nvPr>
        </p:nvSpPr>
        <p:spPr>
          <a:xfrm>
            <a:off x="839788" y="457200"/>
            <a:ext cx="3932237" cy="1600200"/>
          </a:xfrm>
        </p:spPr>
        <p:txBody>
          <a:bodyPr anchor="b"/>
          <a:lstStyle>
            <a:lvl1pPr>
              <a:defRPr sz="3200"/>
            </a:lvl1pPr>
          </a:lstStyle>
          <a:p>
            <a:r>
              <a:rPr lang="es-MX"/>
              <a:t>Haz clic para modificar el estilo de título del patrón</a:t>
            </a:r>
          </a:p>
        </p:txBody>
      </p:sp>
      <p:sp>
        <p:nvSpPr>
          <p:cNvPr id="3" name="Marcador de contenido 2">
            <a:extLst>
              <a:ext uri="{FF2B5EF4-FFF2-40B4-BE49-F238E27FC236}">
                <a16:creationId xmlns:a16="http://schemas.microsoft.com/office/drawing/2014/main" id="{5F38DC0E-3B74-0788-8C36-26062699F03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p>
        </p:txBody>
      </p:sp>
      <p:sp>
        <p:nvSpPr>
          <p:cNvPr id="4" name="Marcador de texto 3">
            <a:extLst>
              <a:ext uri="{FF2B5EF4-FFF2-40B4-BE49-F238E27FC236}">
                <a16:creationId xmlns:a16="http://schemas.microsoft.com/office/drawing/2014/main" id="{6685106B-F62F-90D3-D1A9-4AEE2258168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MX"/>
              <a:t>Haga clic para modificar los estilos de texto del patrón</a:t>
            </a:r>
          </a:p>
        </p:txBody>
      </p:sp>
      <p:sp>
        <p:nvSpPr>
          <p:cNvPr id="5" name="Marcador de fecha 4">
            <a:extLst>
              <a:ext uri="{FF2B5EF4-FFF2-40B4-BE49-F238E27FC236}">
                <a16:creationId xmlns:a16="http://schemas.microsoft.com/office/drawing/2014/main" id="{6D21ED4D-2E1B-A018-83A5-A18E8A0C8E61}"/>
              </a:ext>
            </a:extLst>
          </p:cNvPr>
          <p:cNvSpPr>
            <a:spLocks noGrp="1"/>
          </p:cNvSpPr>
          <p:nvPr>
            <p:ph type="dt" sz="half" idx="10"/>
          </p:nvPr>
        </p:nvSpPr>
        <p:spPr/>
        <p:txBody>
          <a:bodyPr/>
          <a:lstStyle/>
          <a:p>
            <a:fld id="{B733994C-8588-464D-BC97-0B0D9D932E56}" type="datetimeFigureOut">
              <a:rPr lang="es-MX" smtClean="0"/>
              <a:t>04/08/2026</a:t>
            </a:fld>
            <a:endParaRPr lang="es-MX"/>
          </a:p>
        </p:txBody>
      </p:sp>
      <p:sp>
        <p:nvSpPr>
          <p:cNvPr id="6" name="Marcador de pie de página 5">
            <a:extLst>
              <a:ext uri="{FF2B5EF4-FFF2-40B4-BE49-F238E27FC236}">
                <a16:creationId xmlns:a16="http://schemas.microsoft.com/office/drawing/2014/main" id="{34B49A45-4B01-2674-D220-59A0C39D7B1F}"/>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8E12469E-D961-FF91-982E-3942F22FC967}"/>
              </a:ext>
            </a:extLst>
          </p:cNvPr>
          <p:cNvSpPr>
            <a:spLocks noGrp="1"/>
          </p:cNvSpPr>
          <p:nvPr>
            <p:ph type="sldNum" sz="quarter" idx="12"/>
          </p:nvPr>
        </p:nvSpPr>
        <p:spPr/>
        <p:txBody>
          <a:bodyPr/>
          <a:lstStyle/>
          <a:p>
            <a:fld id="{FC9205C3-1767-B64F-9461-D80AB564E095}" type="slidenum">
              <a:rPr lang="es-MX" smtClean="0"/>
              <a:t>‹#›</a:t>
            </a:fld>
            <a:endParaRPr lang="es-MX"/>
          </a:p>
        </p:txBody>
      </p:sp>
    </p:spTree>
    <p:extLst>
      <p:ext uri="{BB962C8B-B14F-4D97-AF65-F5344CB8AC3E}">
        <p14:creationId xmlns:p14="http://schemas.microsoft.com/office/powerpoint/2010/main" val="9059233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7122942-737D-CA78-A031-D1551C714125}"/>
              </a:ext>
            </a:extLst>
          </p:cNvPr>
          <p:cNvSpPr>
            <a:spLocks noGrp="1"/>
          </p:cNvSpPr>
          <p:nvPr>
            <p:ph type="title"/>
          </p:nvPr>
        </p:nvSpPr>
        <p:spPr>
          <a:xfrm>
            <a:off x="839788" y="457200"/>
            <a:ext cx="3932237" cy="1600200"/>
          </a:xfrm>
        </p:spPr>
        <p:txBody>
          <a:bodyPr anchor="b"/>
          <a:lstStyle>
            <a:lvl1pPr>
              <a:defRPr sz="3200"/>
            </a:lvl1pPr>
          </a:lstStyle>
          <a:p>
            <a:r>
              <a:rPr lang="es-MX"/>
              <a:t>Haz clic para modificar el estilo de título del patrón</a:t>
            </a:r>
          </a:p>
        </p:txBody>
      </p:sp>
      <p:sp>
        <p:nvSpPr>
          <p:cNvPr id="3" name="Marcador de posición de imagen 2">
            <a:extLst>
              <a:ext uri="{FF2B5EF4-FFF2-40B4-BE49-F238E27FC236}">
                <a16:creationId xmlns:a16="http://schemas.microsoft.com/office/drawing/2014/main" id="{60C321D7-C6DE-398B-CA83-599C5EC8363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MX"/>
          </a:p>
        </p:txBody>
      </p:sp>
      <p:sp>
        <p:nvSpPr>
          <p:cNvPr id="4" name="Marcador de texto 3">
            <a:extLst>
              <a:ext uri="{FF2B5EF4-FFF2-40B4-BE49-F238E27FC236}">
                <a16:creationId xmlns:a16="http://schemas.microsoft.com/office/drawing/2014/main" id="{E401632A-D7C4-57E3-B439-A77B9BFF812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MX"/>
              <a:t>Haga clic para modificar los estilos de texto del patrón</a:t>
            </a:r>
          </a:p>
        </p:txBody>
      </p:sp>
      <p:sp>
        <p:nvSpPr>
          <p:cNvPr id="5" name="Marcador de fecha 4">
            <a:extLst>
              <a:ext uri="{FF2B5EF4-FFF2-40B4-BE49-F238E27FC236}">
                <a16:creationId xmlns:a16="http://schemas.microsoft.com/office/drawing/2014/main" id="{B7292198-CAB2-F10D-64C1-E236E403F772}"/>
              </a:ext>
            </a:extLst>
          </p:cNvPr>
          <p:cNvSpPr>
            <a:spLocks noGrp="1"/>
          </p:cNvSpPr>
          <p:nvPr>
            <p:ph type="dt" sz="half" idx="10"/>
          </p:nvPr>
        </p:nvSpPr>
        <p:spPr/>
        <p:txBody>
          <a:bodyPr/>
          <a:lstStyle/>
          <a:p>
            <a:fld id="{B733994C-8588-464D-BC97-0B0D9D932E56}" type="datetimeFigureOut">
              <a:rPr lang="es-MX" smtClean="0"/>
              <a:t>04/08/2026</a:t>
            </a:fld>
            <a:endParaRPr lang="es-MX"/>
          </a:p>
        </p:txBody>
      </p:sp>
      <p:sp>
        <p:nvSpPr>
          <p:cNvPr id="6" name="Marcador de pie de página 5">
            <a:extLst>
              <a:ext uri="{FF2B5EF4-FFF2-40B4-BE49-F238E27FC236}">
                <a16:creationId xmlns:a16="http://schemas.microsoft.com/office/drawing/2014/main" id="{5C6FFC6D-2EA7-F8EA-703C-B993AA377070}"/>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50AAEABA-0B9A-5F97-2925-EC0492712B11}"/>
              </a:ext>
            </a:extLst>
          </p:cNvPr>
          <p:cNvSpPr>
            <a:spLocks noGrp="1"/>
          </p:cNvSpPr>
          <p:nvPr>
            <p:ph type="sldNum" sz="quarter" idx="12"/>
          </p:nvPr>
        </p:nvSpPr>
        <p:spPr/>
        <p:txBody>
          <a:bodyPr/>
          <a:lstStyle/>
          <a:p>
            <a:fld id="{FC9205C3-1767-B64F-9461-D80AB564E095}" type="slidenum">
              <a:rPr lang="es-MX" smtClean="0"/>
              <a:t>‹#›</a:t>
            </a:fld>
            <a:endParaRPr lang="es-MX"/>
          </a:p>
        </p:txBody>
      </p:sp>
    </p:spTree>
    <p:extLst>
      <p:ext uri="{BB962C8B-B14F-4D97-AF65-F5344CB8AC3E}">
        <p14:creationId xmlns:p14="http://schemas.microsoft.com/office/powerpoint/2010/main" val="20740879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DC23783-7936-85F7-3331-DDBA36C1D815}"/>
              </a:ext>
            </a:extLst>
          </p:cNvPr>
          <p:cNvSpPr>
            <a:spLocks noGrp="1"/>
          </p:cNvSpPr>
          <p:nvPr>
            <p:ph type="title"/>
          </p:nvPr>
        </p:nvSpPr>
        <p:spPr/>
        <p:txBody>
          <a:bodyPr/>
          <a:lstStyle/>
          <a:p>
            <a:r>
              <a:rPr lang="es-MX"/>
              <a:t>Haz clic para modificar el estilo de título del patrón</a:t>
            </a:r>
          </a:p>
        </p:txBody>
      </p:sp>
      <p:sp>
        <p:nvSpPr>
          <p:cNvPr id="3" name="Marcador de texto vertical 2">
            <a:extLst>
              <a:ext uri="{FF2B5EF4-FFF2-40B4-BE49-F238E27FC236}">
                <a16:creationId xmlns:a16="http://schemas.microsoft.com/office/drawing/2014/main" id="{BA2009E4-B6A3-D8B6-BD9A-94FEC88A9871}"/>
              </a:ext>
            </a:extLst>
          </p:cNvPr>
          <p:cNvSpPr>
            <a:spLocks noGrp="1"/>
          </p:cNvSpPr>
          <p:nvPr>
            <p:ph type="body" orient="vert" idx="1"/>
          </p:nvPr>
        </p:nvSpPr>
        <p:spPr/>
        <p:txBody>
          <a:bodyPr vert="eaVert"/>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p>
        </p:txBody>
      </p:sp>
      <p:sp>
        <p:nvSpPr>
          <p:cNvPr id="4" name="Marcador de fecha 3">
            <a:extLst>
              <a:ext uri="{FF2B5EF4-FFF2-40B4-BE49-F238E27FC236}">
                <a16:creationId xmlns:a16="http://schemas.microsoft.com/office/drawing/2014/main" id="{91C393A1-DCDF-E45B-22A2-DF19FAE12365}"/>
              </a:ext>
            </a:extLst>
          </p:cNvPr>
          <p:cNvSpPr>
            <a:spLocks noGrp="1"/>
          </p:cNvSpPr>
          <p:nvPr>
            <p:ph type="dt" sz="half" idx="10"/>
          </p:nvPr>
        </p:nvSpPr>
        <p:spPr/>
        <p:txBody>
          <a:bodyPr/>
          <a:lstStyle/>
          <a:p>
            <a:fld id="{B733994C-8588-464D-BC97-0B0D9D932E56}" type="datetimeFigureOut">
              <a:rPr lang="es-MX" smtClean="0"/>
              <a:t>04/08/2026</a:t>
            </a:fld>
            <a:endParaRPr lang="es-MX"/>
          </a:p>
        </p:txBody>
      </p:sp>
      <p:sp>
        <p:nvSpPr>
          <p:cNvPr id="5" name="Marcador de pie de página 4">
            <a:extLst>
              <a:ext uri="{FF2B5EF4-FFF2-40B4-BE49-F238E27FC236}">
                <a16:creationId xmlns:a16="http://schemas.microsoft.com/office/drawing/2014/main" id="{42749836-575E-7679-870B-9D43333262CD}"/>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D8D0184E-C1A3-A2BC-3646-DF2FA9DA8B91}"/>
              </a:ext>
            </a:extLst>
          </p:cNvPr>
          <p:cNvSpPr>
            <a:spLocks noGrp="1"/>
          </p:cNvSpPr>
          <p:nvPr>
            <p:ph type="sldNum" sz="quarter" idx="12"/>
          </p:nvPr>
        </p:nvSpPr>
        <p:spPr/>
        <p:txBody>
          <a:bodyPr/>
          <a:lstStyle/>
          <a:p>
            <a:fld id="{FC9205C3-1767-B64F-9461-D80AB564E095}" type="slidenum">
              <a:rPr lang="es-MX" smtClean="0"/>
              <a:t>‹#›</a:t>
            </a:fld>
            <a:endParaRPr lang="es-MX"/>
          </a:p>
        </p:txBody>
      </p:sp>
    </p:spTree>
    <p:extLst>
      <p:ext uri="{BB962C8B-B14F-4D97-AF65-F5344CB8AC3E}">
        <p14:creationId xmlns:p14="http://schemas.microsoft.com/office/powerpoint/2010/main" val="22272680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284F21FA-7499-44BF-F0BD-5DBC9C41C4F2}"/>
              </a:ext>
            </a:extLst>
          </p:cNvPr>
          <p:cNvSpPr>
            <a:spLocks noGrp="1"/>
          </p:cNvSpPr>
          <p:nvPr>
            <p:ph type="title" orient="vert"/>
          </p:nvPr>
        </p:nvSpPr>
        <p:spPr>
          <a:xfrm>
            <a:off x="8724900" y="365125"/>
            <a:ext cx="2628900" cy="5811838"/>
          </a:xfrm>
        </p:spPr>
        <p:txBody>
          <a:bodyPr vert="eaVert"/>
          <a:lstStyle/>
          <a:p>
            <a:r>
              <a:rPr lang="es-MX"/>
              <a:t>Haz clic para modificar el estilo de título del patrón</a:t>
            </a:r>
          </a:p>
        </p:txBody>
      </p:sp>
      <p:sp>
        <p:nvSpPr>
          <p:cNvPr id="3" name="Marcador de texto vertical 2">
            <a:extLst>
              <a:ext uri="{FF2B5EF4-FFF2-40B4-BE49-F238E27FC236}">
                <a16:creationId xmlns:a16="http://schemas.microsoft.com/office/drawing/2014/main" id="{BE99AFCA-3433-4182-EB7D-822E50501717}"/>
              </a:ext>
            </a:extLst>
          </p:cNvPr>
          <p:cNvSpPr>
            <a:spLocks noGrp="1"/>
          </p:cNvSpPr>
          <p:nvPr>
            <p:ph type="body" orient="vert" idx="1"/>
          </p:nvPr>
        </p:nvSpPr>
        <p:spPr>
          <a:xfrm>
            <a:off x="838200" y="365125"/>
            <a:ext cx="7734300" cy="5811838"/>
          </a:xfrm>
        </p:spPr>
        <p:txBody>
          <a:bodyPr vert="eaVert"/>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p>
        </p:txBody>
      </p:sp>
      <p:sp>
        <p:nvSpPr>
          <p:cNvPr id="4" name="Marcador de fecha 3">
            <a:extLst>
              <a:ext uri="{FF2B5EF4-FFF2-40B4-BE49-F238E27FC236}">
                <a16:creationId xmlns:a16="http://schemas.microsoft.com/office/drawing/2014/main" id="{A2270F79-29FA-82FE-008E-F35C7B8CBB78}"/>
              </a:ext>
            </a:extLst>
          </p:cNvPr>
          <p:cNvSpPr>
            <a:spLocks noGrp="1"/>
          </p:cNvSpPr>
          <p:nvPr>
            <p:ph type="dt" sz="half" idx="10"/>
          </p:nvPr>
        </p:nvSpPr>
        <p:spPr/>
        <p:txBody>
          <a:bodyPr/>
          <a:lstStyle/>
          <a:p>
            <a:fld id="{B733994C-8588-464D-BC97-0B0D9D932E56}" type="datetimeFigureOut">
              <a:rPr lang="es-MX" smtClean="0"/>
              <a:t>04/08/2026</a:t>
            </a:fld>
            <a:endParaRPr lang="es-MX"/>
          </a:p>
        </p:txBody>
      </p:sp>
      <p:sp>
        <p:nvSpPr>
          <p:cNvPr id="5" name="Marcador de pie de página 4">
            <a:extLst>
              <a:ext uri="{FF2B5EF4-FFF2-40B4-BE49-F238E27FC236}">
                <a16:creationId xmlns:a16="http://schemas.microsoft.com/office/drawing/2014/main" id="{6C5713CE-3D03-B9E3-15A9-FFCA7BA9480B}"/>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AC1B0C9D-005A-6F0C-2EA7-6AB89811CBE3}"/>
              </a:ext>
            </a:extLst>
          </p:cNvPr>
          <p:cNvSpPr>
            <a:spLocks noGrp="1"/>
          </p:cNvSpPr>
          <p:nvPr>
            <p:ph type="sldNum" sz="quarter" idx="12"/>
          </p:nvPr>
        </p:nvSpPr>
        <p:spPr/>
        <p:txBody>
          <a:bodyPr/>
          <a:lstStyle/>
          <a:p>
            <a:fld id="{FC9205C3-1767-B64F-9461-D80AB564E095}" type="slidenum">
              <a:rPr lang="es-MX" smtClean="0"/>
              <a:t>‹#›</a:t>
            </a:fld>
            <a:endParaRPr lang="es-MX"/>
          </a:p>
        </p:txBody>
      </p:sp>
    </p:spTree>
    <p:extLst>
      <p:ext uri="{BB962C8B-B14F-4D97-AF65-F5344CB8AC3E}">
        <p14:creationId xmlns:p14="http://schemas.microsoft.com/office/powerpoint/2010/main" val="122271071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1_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133" b="1" i="0">
                <a:solidFill>
                  <a:srgbClr val="2F3C4D"/>
                </a:solidFill>
                <a:latin typeface="Trebuchet MS"/>
                <a:cs typeface="Trebuchet MS"/>
              </a:defRPr>
            </a:lvl1pPr>
          </a:lstStyle>
          <a:p>
            <a:endParaRPr/>
          </a:p>
        </p:txBody>
      </p:sp>
      <p:sp>
        <p:nvSpPr>
          <p:cNvPr id="3" name="Holder 3"/>
          <p:cNvSpPr>
            <a:spLocks noGrp="1"/>
          </p:cNvSpPr>
          <p:nvPr>
            <p:ph sz="half" idx="2"/>
          </p:nvPr>
        </p:nvSpPr>
        <p:spPr>
          <a:xfrm>
            <a:off x="609600" y="1577340"/>
            <a:ext cx="5303520" cy="2346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2346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933" b="0" i="0">
                <a:solidFill>
                  <a:schemeClr val="tx1"/>
                </a:solidFill>
                <a:latin typeface="Lucida Sans Unicode"/>
                <a:cs typeface="Lucida Sans Unicode"/>
              </a:defRPr>
            </a:lvl1pPr>
          </a:lstStyle>
          <a:p>
            <a:pPr marL="8467">
              <a:spcBef>
                <a:spcPts val="133"/>
              </a:spcBef>
            </a:pPr>
            <a:r>
              <a:rPr lang="es-MX" spc="7">
                <a:solidFill>
                  <a:srgbClr val="2F3C4D"/>
                </a:solidFill>
              </a:rPr>
              <a:t>w</a:t>
            </a:r>
            <a:r>
              <a:rPr lang="es-MX" spc="-147">
                <a:solidFill>
                  <a:srgbClr val="2F3C4D"/>
                </a:solidFill>
              </a:rPr>
              <a:t> </a:t>
            </a:r>
            <a:r>
              <a:rPr lang="es-MX" spc="7">
                <a:solidFill>
                  <a:srgbClr val="2F3C4D"/>
                </a:solidFill>
              </a:rPr>
              <a:t>w</a:t>
            </a:r>
            <a:r>
              <a:rPr lang="es-MX" spc="-147">
                <a:solidFill>
                  <a:srgbClr val="2F3C4D"/>
                </a:solidFill>
              </a:rPr>
              <a:t> </a:t>
            </a:r>
            <a:r>
              <a:rPr lang="es-MX" spc="33">
                <a:solidFill>
                  <a:srgbClr val="2F3C4D"/>
                </a:solidFill>
              </a:rPr>
              <a:t>w.</a:t>
            </a:r>
            <a:r>
              <a:rPr lang="es-MX" spc="-147">
                <a:solidFill>
                  <a:srgbClr val="2F3C4D"/>
                </a:solidFill>
              </a:rPr>
              <a:t> </a:t>
            </a:r>
            <a:r>
              <a:rPr lang="es-MX" spc="-27">
                <a:solidFill>
                  <a:srgbClr val="2F3C4D"/>
                </a:solidFill>
              </a:rPr>
              <a:t>f</a:t>
            </a:r>
            <a:r>
              <a:rPr lang="es-MX" spc="-143">
                <a:solidFill>
                  <a:srgbClr val="2F3C4D"/>
                </a:solidFill>
              </a:rPr>
              <a:t> </a:t>
            </a:r>
            <a:r>
              <a:rPr lang="es-MX" spc="-7">
                <a:solidFill>
                  <a:srgbClr val="2F3C4D"/>
                </a:solidFill>
              </a:rPr>
              <a:t>u</a:t>
            </a:r>
            <a:r>
              <a:rPr lang="es-MX" spc="-143">
                <a:solidFill>
                  <a:srgbClr val="2F3C4D"/>
                </a:solidFill>
              </a:rPr>
              <a:t> </a:t>
            </a:r>
            <a:r>
              <a:rPr lang="es-MX" spc="-7">
                <a:solidFill>
                  <a:srgbClr val="2F3C4D"/>
                </a:solidFill>
              </a:rPr>
              <a:t>n</a:t>
            </a:r>
            <a:r>
              <a:rPr lang="es-MX" spc="-153">
                <a:solidFill>
                  <a:srgbClr val="2F3C4D"/>
                </a:solidFill>
              </a:rPr>
              <a:t> </a:t>
            </a:r>
            <a:r>
              <a:rPr lang="es-MX" spc="-17">
                <a:solidFill>
                  <a:srgbClr val="2F3C4D"/>
                </a:solidFill>
              </a:rPr>
              <a:t>d</a:t>
            </a:r>
            <a:r>
              <a:rPr lang="es-MX" spc="-143">
                <a:solidFill>
                  <a:srgbClr val="2F3C4D"/>
                </a:solidFill>
              </a:rPr>
              <a:t> </a:t>
            </a:r>
            <a:r>
              <a:rPr lang="es-MX" spc="3">
                <a:solidFill>
                  <a:srgbClr val="2F3C4D"/>
                </a:solidFill>
              </a:rPr>
              <a:t>a</a:t>
            </a:r>
            <a:r>
              <a:rPr lang="es-MX" spc="-153">
                <a:solidFill>
                  <a:srgbClr val="2F3C4D"/>
                </a:solidFill>
              </a:rPr>
              <a:t> </a:t>
            </a:r>
            <a:r>
              <a:rPr lang="es-MX" spc="-33">
                <a:solidFill>
                  <a:srgbClr val="2F3C4D"/>
                </a:solidFill>
              </a:rPr>
              <a:t>c</a:t>
            </a:r>
            <a:r>
              <a:rPr lang="es-MX" spc="-153">
                <a:solidFill>
                  <a:srgbClr val="2F3C4D"/>
                </a:solidFill>
              </a:rPr>
              <a:t> </a:t>
            </a:r>
            <a:r>
              <a:rPr lang="es-MX" spc="-33">
                <a:solidFill>
                  <a:srgbClr val="2F3C4D"/>
                </a:solidFill>
              </a:rPr>
              <a:t>i</a:t>
            </a:r>
            <a:r>
              <a:rPr lang="es-MX" spc="-150">
                <a:solidFill>
                  <a:srgbClr val="2F3C4D"/>
                </a:solidFill>
              </a:rPr>
              <a:t> </a:t>
            </a:r>
            <a:r>
              <a:rPr lang="es-MX" spc="-10">
                <a:solidFill>
                  <a:srgbClr val="2F3C4D"/>
                </a:solidFill>
              </a:rPr>
              <a:t>o</a:t>
            </a:r>
            <a:r>
              <a:rPr lang="es-MX" spc="-150">
                <a:solidFill>
                  <a:srgbClr val="2F3C4D"/>
                </a:solidFill>
              </a:rPr>
              <a:t> </a:t>
            </a:r>
            <a:r>
              <a:rPr lang="es-MX" spc="-7">
                <a:solidFill>
                  <a:srgbClr val="2F3C4D"/>
                </a:solidFill>
              </a:rPr>
              <a:t>n</a:t>
            </a:r>
            <a:r>
              <a:rPr lang="es-MX" spc="-143">
                <a:solidFill>
                  <a:srgbClr val="2F3C4D"/>
                </a:solidFill>
              </a:rPr>
              <a:t> </a:t>
            </a:r>
            <a:r>
              <a:rPr lang="es-MX" spc="-3">
                <a:solidFill>
                  <a:srgbClr val="2F3C4D"/>
                </a:solidFill>
              </a:rPr>
              <a:t>m</a:t>
            </a:r>
            <a:r>
              <a:rPr lang="es-MX" spc="-153">
                <a:solidFill>
                  <a:srgbClr val="2F3C4D"/>
                </a:solidFill>
              </a:rPr>
              <a:t> </a:t>
            </a:r>
            <a:r>
              <a:rPr lang="es-MX" spc="-83">
                <a:solidFill>
                  <a:srgbClr val="2F3C4D"/>
                </a:solidFill>
              </a:rPr>
              <a:t>x</a:t>
            </a:r>
            <a:r>
              <a:rPr lang="es-MX" spc="-147">
                <a:solidFill>
                  <a:srgbClr val="2F3C4D"/>
                </a:solidFill>
              </a:rPr>
              <a:t> </a:t>
            </a:r>
            <a:r>
              <a:rPr lang="es-MX" spc="-47">
                <a:solidFill>
                  <a:srgbClr val="2F3C4D"/>
                </a:solidFill>
              </a:rPr>
              <a:t>.</a:t>
            </a:r>
            <a:r>
              <a:rPr lang="es-MX" spc="-147">
                <a:solidFill>
                  <a:srgbClr val="2F3C4D"/>
                </a:solidFill>
              </a:rPr>
              <a:t> </a:t>
            </a:r>
            <a:r>
              <a:rPr lang="es-MX" spc="-10">
                <a:solidFill>
                  <a:srgbClr val="2F3C4D"/>
                </a:solidFill>
              </a:rPr>
              <a:t>o</a:t>
            </a:r>
            <a:r>
              <a:rPr lang="es-MX" spc="-143">
                <a:solidFill>
                  <a:srgbClr val="2F3C4D"/>
                </a:solidFill>
              </a:rPr>
              <a:t> </a:t>
            </a:r>
            <a:r>
              <a:rPr lang="es-MX">
                <a:solidFill>
                  <a:srgbClr val="2F3C4D"/>
                </a:solidFill>
              </a:rPr>
              <a:t>r</a:t>
            </a:r>
            <a:r>
              <a:rPr lang="es-MX" spc="-160">
                <a:solidFill>
                  <a:srgbClr val="2F3C4D"/>
                </a:solidFill>
              </a:rPr>
              <a:t> </a:t>
            </a:r>
            <a:r>
              <a:rPr lang="es-MX" spc="-70">
                <a:solidFill>
                  <a:srgbClr val="2F3C4D"/>
                </a:solidFill>
              </a:rPr>
              <a:t>g</a:t>
            </a:r>
            <a:r>
              <a:rPr lang="es-MX" spc="237">
                <a:solidFill>
                  <a:srgbClr val="2F3C4D"/>
                </a:solidFill>
              </a:rPr>
              <a:t> </a:t>
            </a:r>
            <a:r>
              <a:rPr lang="es-MX" spc="167">
                <a:solidFill>
                  <a:srgbClr val="2F3C4D"/>
                </a:solidFill>
              </a:rPr>
              <a:t>|</a:t>
            </a:r>
            <a:r>
              <a:rPr lang="es-MX" spc="243">
                <a:solidFill>
                  <a:srgbClr val="2F3C4D"/>
                </a:solidFill>
              </a:rPr>
              <a:t> </a:t>
            </a:r>
            <a:r>
              <a:rPr lang="es-MX" spc="-57">
                <a:solidFill>
                  <a:srgbClr val="2F3C4D"/>
                </a:solidFill>
              </a:rPr>
              <a:t>7</a:t>
            </a:r>
            <a:r>
              <a:rPr lang="es-MX" spc="-147">
                <a:solidFill>
                  <a:srgbClr val="2F3C4D"/>
                </a:solidFill>
              </a:rPr>
              <a:t> </a:t>
            </a:r>
            <a:r>
              <a:rPr lang="es-MX" spc="-57">
                <a:solidFill>
                  <a:srgbClr val="2F3C4D"/>
                </a:solidFill>
              </a:rPr>
              <a:t>3</a:t>
            </a:r>
            <a:r>
              <a:rPr lang="es-MX" spc="-147">
                <a:solidFill>
                  <a:srgbClr val="2F3C4D"/>
                </a:solidFill>
              </a:rPr>
              <a:t> </a:t>
            </a:r>
            <a:r>
              <a:rPr lang="es-MX" spc="-57">
                <a:solidFill>
                  <a:srgbClr val="2F3C4D"/>
                </a:solidFill>
              </a:rPr>
              <a:t>9</a:t>
            </a:r>
            <a:r>
              <a:rPr lang="es-MX" spc="-147">
                <a:solidFill>
                  <a:srgbClr val="2F3C4D"/>
                </a:solidFill>
              </a:rPr>
              <a:t> </a:t>
            </a:r>
            <a:r>
              <a:rPr lang="es-MX" spc="-57">
                <a:solidFill>
                  <a:srgbClr val="2F3C4D"/>
                </a:solidFill>
              </a:rPr>
              <a:t>3</a:t>
            </a:r>
            <a:r>
              <a:rPr lang="es-MX" spc="-147">
                <a:solidFill>
                  <a:srgbClr val="2F3C4D"/>
                </a:solidFill>
              </a:rPr>
              <a:t> </a:t>
            </a:r>
            <a:r>
              <a:rPr lang="es-MX" spc="-57">
                <a:solidFill>
                  <a:srgbClr val="2F3C4D"/>
                </a:solidFill>
              </a:rPr>
              <a:t>9</a:t>
            </a:r>
            <a:r>
              <a:rPr lang="es-MX" spc="-147">
                <a:solidFill>
                  <a:srgbClr val="2F3C4D"/>
                </a:solidFill>
              </a:rPr>
              <a:t> </a:t>
            </a:r>
            <a:r>
              <a:rPr lang="es-MX" spc="-57">
                <a:solidFill>
                  <a:srgbClr val="2F3C4D"/>
                </a:solidFill>
              </a:rPr>
              <a:t>5</a:t>
            </a:r>
            <a:r>
              <a:rPr lang="es-MX" spc="-153">
                <a:solidFill>
                  <a:srgbClr val="2F3C4D"/>
                </a:solidFill>
              </a:rPr>
              <a:t> </a:t>
            </a:r>
            <a:r>
              <a:rPr lang="es-MX" spc="-57">
                <a:solidFill>
                  <a:srgbClr val="2F3C4D"/>
                </a:solidFill>
              </a:rPr>
              <a:t>8</a:t>
            </a:r>
            <a:r>
              <a:rPr lang="es-MX" spc="-147">
                <a:solidFill>
                  <a:srgbClr val="2F3C4D"/>
                </a:solidFill>
              </a:rPr>
              <a:t> </a:t>
            </a:r>
            <a:r>
              <a:rPr lang="es-MX" spc="-57">
                <a:solidFill>
                  <a:srgbClr val="2F3C4D"/>
                </a:solidFill>
              </a:rPr>
              <a:t>1</a:t>
            </a:r>
            <a:r>
              <a:rPr lang="es-MX" spc="-153">
                <a:solidFill>
                  <a:srgbClr val="2F3C4D"/>
                </a:solidFill>
              </a:rPr>
              <a:t> </a:t>
            </a:r>
            <a:r>
              <a:rPr lang="es-MX" spc="-57">
                <a:solidFill>
                  <a:srgbClr val="2F3C4D"/>
                </a:solidFill>
              </a:rPr>
              <a:t>8</a:t>
            </a:r>
            <a:r>
              <a:rPr lang="es-MX" spc="-153">
                <a:solidFill>
                  <a:srgbClr val="2F3C4D"/>
                </a:solidFill>
              </a:rPr>
              <a:t> </a:t>
            </a:r>
            <a:r>
              <a:rPr lang="es-MX" spc="-57">
                <a:solidFill>
                  <a:srgbClr val="2F3C4D"/>
                </a:solidFill>
              </a:rPr>
              <a:t>5</a:t>
            </a:r>
            <a:r>
              <a:rPr lang="es-MX" spc="217">
                <a:solidFill>
                  <a:srgbClr val="2F3C4D"/>
                </a:solidFill>
              </a:rPr>
              <a:t> </a:t>
            </a:r>
            <a:r>
              <a:rPr lang="es-MX" spc="-33">
                <a:solidFill>
                  <a:srgbClr val="2F3C4D"/>
                </a:solidFill>
              </a:rPr>
              <a:t>i</a:t>
            </a:r>
            <a:r>
              <a:rPr lang="es-MX" spc="-143">
                <a:solidFill>
                  <a:srgbClr val="2F3C4D"/>
                </a:solidFill>
              </a:rPr>
              <a:t> </a:t>
            </a:r>
            <a:r>
              <a:rPr lang="es-MX" spc="-7">
                <a:solidFill>
                  <a:srgbClr val="2F3C4D"/>
                </a:solidFill>
              </a:rPr>
              <a:t>n</a:t>
            </a:r>
            <a:r>
              <a:rPr lang="es-MX" spc="-143">
                <a:solidFill>
                  <a:srgbClr val="2F3C4D"/>
                </a:solidFill>
              </a:rPr>
              <a:t> </a:t>
            </a:r>
            <a:r>
              <a:rPr lang="es-MX" spc="-27">
                <a:solidFill>
                  <a:srgbClr val="2F3C4D"/>
                </a:solidFill>
              </a:rPr>
              <a:t>f</a:t>
            </a:r>
            <a:r>
              <a:rPr lang="es-MX" spc="-143">
                <a:solidFill>
                  <a:srgbClr val="2F3C4D"/>
                </a:solidFill>
              </a:rPr>
              <a:t> </a:t>
            </a:r>
            <a:r>
              <a:rPr lang="es-MX" spc="-10">
                <a:solidFill>
                  <a:srgbClr val="2F3C4D"/>
                </a:solidFill>
              </a:rPr>
              <a:t>o</a:t>
            </a:r>
            <a:r>
              <a:rPr lang="es-MX" spc="-143">
                <a:solidFill>
                  <a:srgbClr val="2F3C4D"/>
                </a:solidFill>
              </a:rPr>
              <a:t> </a:t>
            </a:r>
            <a:r>
              <a:rPr lang="es-MX" spc="40">
                <a:solidFill>
                  <a:srgbClr val="2F3C4D"/>
                </a:solidFill>
              </a:rPr>
              <a:t>@</a:t>
            </a:r>
            <a:r>
              <a:rPr lang="es-MX" spc="-147">
                <a:solidFill>
                  <a:srgbClr val="2F3C4D"/>
                </a:solidFill>
              </a:rPr>
              <a:t> </a:t>
            </a:r>
            <a:r>
              <a:rPr lang="es-MX" spc="-27">
                <a:solidFill>
                  <a:srgbClr val="2F3C4D"/>
                </a:solidFill>
              </a:rPr>
              <a:t>f</a:t>
            </a:r>
            <a:r>
              <a:rPr lang="es-MX" spc="-143">
                <a:solidFill>
                  <a:srgbClr val="2F3C4D"/>
                </a:solidFill>
              </a:rPr>
              <a:t> </a:t>
            </a:r>
            <a:r>
              <a:rPr lang="es-MX" spc="-7">
                <a:solidFill>
                  <a:srgbClr val="2F3C4D"/>
                </a:solidFill>
              </a:rPr>
              <a:t>u</a:t>
            </a:r>
            <a:r>
              <a:rPr lang="es-MX" spc="-153">
                <a:solidFill>
                  <a:srgbClr val="2F3C4D"/>
                </a:solidFill>
              </a:rPr>
              <a:t> </a:t>
            </a:r>
            <a:r>
              <a:rPr lang="es-MX" spc="-7">
                <a:solidFill>
                  <a:srgbClr val="2F3C4D"/>
                </a:solidFill>
              </a:rPr>
              <a:t>n</a:t>
            </a:r>
            <a:r>
              <a:rPr lang="es-MX" spc="-140">
                <a:solidFill>
                  <a:srgbClr val="2F3C4D"/>
                </a:solidFill>
              </a:rPr>
              <a:t> </a:t>
            </a:r>
            <a:r>
              <a:rPr lang="es-MX" spc="-17">
                <a:solidFill>
                  <a:srgbClr val="2F3C4D"/>
                </a:solidFill>
              </a:rPr>
              <a:t>d</a:t>
            </a:r>
            <a:r>
              <a:rPr lang="es-MX" spc="-153">
                <a:solidFill>
                  <a:srgbClr val="2F3C4D"/>
                </a:solidFill>
              </a:rPr>
              <a:t> </a:t>
            </a:r>
            <a:r>
              <a:rPr lang="es-MX" spc="3">
                <a:solidFill>
                  <a:srgbClr val="2F3C4D"/>
                </a:solidFill>
              </a:rPr>
              <a:t>a</a:t>
            </a:r>
            <a:r>
              <a:rPr lang="es-MX" spc="-153">
                <a:solidFill>
                  <a:srgbClr val="2F3C4D"/>
                </a:solidFill>
              </a:rPr>
              <a:t> </a:t>
            </a:r>
            <a:r>
              <a:rPr lang="es-MX" spc="-33">
                <a:solidFill>
                  <a:srgbClr val="2F3C4D"/>
                </a:solidFill>
              </a:rPr>
              <a:t>c</a:t>
            </a:r>
            <a:r>
              <a:rPr lang="es-MX" spc="-153">
                <a:solidFill>
                  <a:srgbClr val="2F3C4D"/>
                </a:solidFill>
              </a:rPr>
              <a:t> </a:t>
            </a:r>
            <a:r>
              <a:rPr lang="es-MX" spc="-33">
                <a:solidFill>
                  <a:srgbClr val="2F3C4D"/>
                </a:solidFill>
              </a:rPr>
              <a:t>i</a:t>
            </a:r>
            <a:r>
              <a:rPr lang="es-MX" spc="-150">
                <a:solidFill>
                  <a:srgbClr val="2F3C4D"/>
                </a:solidFill>
              </a:rPr>
              <a:t> </a:t>
            </a:r>
            <a:r>
              <a:rPr lang="es-MX" spc="-10">
                <a:solidFill>
                  <a:srgbClr val="2F3C4D"/>
                </a:solidFill>
              </a:rPr>
              <a:t>o</a:t>
            </a:r>
            <a:r>
              <a:rPr lang="es-MX" spc="-143">
                <a:solidFill>
                  <a:srgbClr val="2F3C4D"/>
                </a:solidFill>
              </a:rPr>
              <a:t> </a:t>
            </a:r>
            <a:r>
              <a:rPr lang="es-MX" spc="-7">
                <a:solidFill>
                  <a:srgbClr val="2F3C4D"/>
                </a:solidFill>
              </a:rPr>
              <a:t>n</a:t>
            </a:r>
            <a:r>
              <a:rPr lang="es-MX" spc="-153">
                <a:solidFill>
                  <a:srgbClr val="2F3C4D"/>
                </a:solidFill>
              </a:rPr>
              <a:t> </a:t>
            </a:r>
            <a:r>
              <a:rPr lang="es-MX" spc="-3">
                <a:solidFill>
                  <a:srgbClr val="2F3C4D"/>
                </a:solidFill>
              </a:rPr>
              <a:t>m</a:t>
            </a:r>
            <a:r>
              <a:rPr lang="es-MX" spc="-153">
                <a:solidFill>
                  <a:srgbClr val="2F3C4D"/>
                </a:solidFill>
              </a:rPr>
              <a:t> </a:t>
            </a:r>
            <a:r>
              <a:rPr lang="es-MX" spc="-83">
                <a:solidFill>
                  <a:srgbClr val="2F3C4D"/>
                </a:solidFill>
              </a:rPr>
              <a:t>x</a:t>
            </a:r>
            <a:r>
              <a:rPr lang="es-MX" spc="-147">
                <a:solidFill>
                  <a:srgbClr val="2F3C4D"/>
                </a:solidFill>
              </a:rPr>
              <a:t> </a:t>
            </a:r>
            <a:r>
              <a:rPr lang="es-MX" spc="-47">
                <a:solidFill>
                  <a:srgbClr val="2F3C4D"/>
                </a:solidFill>
              </a:rPr>
              <a:t>.</a:t>
            </a:r>
            <a:r>
              <a:rPr lang="es-MX" spc="-147">
                <a:solidFill>
                  <a:srgbClr val="2F3C4D"/>
                </a:solidFill>
              </a:rPr>
              <a:t> </a:t>
            </a:r>
            <a:r>
              <a:rPr lang="es-MX" spc="-10">
                <a:solidFill>
                  <a:srgbClr val="2F3C4D"/>
                </a:solidFill>
              </a:rPr>
              <a:t>o</a:t>
            </a:r>
            <a:r>
              <a:rPr lang="es-MX" spc="-143">
                <a:solidFill>
                  <a:srgbClr val="2F3C4D"/>
                </a:solidFill>
              </a:rPr>
              <a:t> </a:t>
            </a:r>
            <a:r>
              <a:rPr lang="es-MX">
                <a:solidFill>
                  <a:srgbClr val="2F3C4D"/>
                </a:solidFill>
              </a:rPr>
              <a:t>r</a:t>
            </a:r>
            <a:r>
              <a:rPr lang="es-MX" spc="-160">
                <a:solidFill>
                  <a:srgbClr val="2F3C4D"/>
                </a:solidFill>
              </a:rPr>
              <a:t> </a:t>
            </a:r>
            <a:r>
              <a:rPr lang="es-MX" spc="-70">
                <a:solidFill>
                  <a:srgbClr val="2F3C4D"/>
                </a:solidFill>
              </a:rPr>
              <a:t>g</a:t>
            </a:r>
            <a:endParaRPr lang="es-MX" spc="-70" dirty="0">
              <a:solidFill>
                <a:srgbClr val="2F3C4D"/>
              </a:solidFill>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8/4/2026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35230142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paideiaLogo.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608007BC-EA06-90A0-F2A8-95784AF7D8D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MX"/>
              <a:t>Haz clic para modificar el estilo de título del patrón</a:t>
            </a:r>
          </a:p>
        </p:txBody>
      </p:sp>
      <p:sp>
        <p:nvSpPr>
          <p:cNvPr id="3" name="Marcador de texto 2">
            <a:extLst>
              <a:ext uri="{FF2B5EF4-FFF2-40B4-BE49-F238E27FC236}">
                <a16:creationId xmlns:a16="http://schemas.microsoft.com/office/drawing/2014/main" id="{C17C92C7-FDFF-CCB0-5D01-5AC86D077F2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p>
        </p:txBody>
      </p:sp>
      <p:sp>
        <p:nvSpPr>
          <p:cNvPr id="4" name="Marcador de fecha 3">
            <a:extLst>
              <a:ext uri="{FF2B5EF4-FFF2-40B4-BE49-F238E27FC236}">
                <a16:creationId xmlns:a16="http://schemas.microsoft.com/office/drawing/2014/main" id="{0DE249AC-9B04-CBED-07DC-DF7DD8C64AE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733994C-8588-464D-BC97-0B0D9D932E56}" type="datetimeFigureOut">
              <a:rPr lang="es-MX" smtClean="0"/>
              <a:t>04/08/2026</a:t>
            </a:fld>
            <a:endParaRPr lang="es-MX"/>
          </a:p>
        </p:txBody>
      </p:sp>
      <p:sp>
        <p:nvSpPr>
          <p:cNvPr id="5" name="Marcador de pie de página 4">
            <a:extLst>
              <a:ext uri="{FF2B5EF4-FFF2-40B4-BE49-F238E27FC236}">
                <a16:creationId xmlns:a16="http://schemas.microsoft.com/office/drawing/2014/main" id="{4004232C-EBBD-FA6F-456D-6F4BEC37560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MX"/>
          </a:p>
        </p:txBody>
      </p:sp>
      <p:sp>
        <p:nvSpPr>
          <p:cNvPr id="6" name="Marcador de número de diapositiva 5">
            <a:extLst>
              <a:ext uri="{FF2B5EF4-FFF2-40B4-BE49-F238E27FC236}">
                <a16:creationId xmlns:a16="http://schemas.microsoft.com/office/drawing/2014/main" id="{C5398FEE-5E16-50B1-5FDE-8CBBB7A6680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C9205C3-1767-B64F-9461-D80AB564E095}" type="slidenum">
              <a:rPr lang="es-MX" smtClean="0"/>
              <a:t>‹#›</a:t>
            </a:fld>
            <a:endParaRPr lang="es-MX"/>
          </a:p>
        </p:txBody>
      </p:sp>
      <p:pic>
        <p:nvPicPr>
          <p:cNvPr id="500" name="Paideia Tech Logo"/>
          <p:cNvPicPr>
            <a:picLocks noChangeAspect="1"/>
          </p:cNvPicPr>
          <p:nvPr/>
        </p:nvPicPr>
        <p:blipFill>
          <a:blip r:embed="rId14">
            <a:alphaModFix amt="40000"/>
          </a:blip>
          <a:stretch>
            <a:fillRect/>
          </a:stretch>
        </p:blipFill>
        <p:spPr>
          <a:xfrm>
            <a:off x="10642000" y="6408000"/>
            <a:ext cx="1300000" cy="374000"/>
          </a:xfrm>
          <a:prstGeom prst="rect">
            <a:avLst/>
          </a:prstGeom>
        </p:spPr>
      </p:pic>
    </p:spTree>
    <p:extLst>
      <p:ext uri="{BB962C8B-B14F-4D97-AF65-F5344CB8AC3E}">
        <p14:creationId xmlns:p14="http://schemas.microsoft.com/office/powerpoint/2010/main" val="12014069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1" r:id="rId12"/>
  </p:sldLayoutIdLst>
  <p:txStyles>
    <p:titleStyle>
      <a:lvl1pPr algn="l" defTabSz="914400" rtl="0" eaLnBrk="1" latinLnBrk="0" hangingPunct="1">
        <a:lnSpc>
          <a:spcPct val="90000"/>
        </a:lnSpc>
        <a:spcBef>
          <a:spcPct val="0"/>
        </a:spcBef>
        <a:buNone/>
        <a:defRPr sz="4400" b="1" kern="1200">
          <a:solidFill>
            <a:schemeClr val="accent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ec1375-posturalia.vercel.app/" TargetMode="External"/><Relationship Id="rId2" Type="http://schemas.openxmlformats.org/officeDocument/2006/relationships/hyperlink" Target="https://yocuantico.com/" TargetMode="Externa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7.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18.png"/><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image" Target="../media/image26.jpe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E87D6B9-CE6D-A160-4168-9F09D9F8DC0A}"/>
              </a:ext>
            </a:extLst>
          </p:cNvPr>
          <p:cNvSpPr>
            <a:spLocks noGrp="1"/>
          </p:cNvSpPr>
          <p:nvPr>
            <p:ph type="ctrTitle"/>
          </p:nvPr>
        </p:nvSpPr>
        <p:spPr>
          <a:xfrm>
            <a:off x="1771132" y="2091263"/>
            <a:ext cx="8649738" cy="2590800"/>
          </a:xfrm>
        </p:spPr>
        <p:txBody>
          <a:bodyPr>
            <a:normAutofit/>
          </a:bodyPr>
          <a:lstStyle/>
          <a:p>
            <a:r>
              <a:rPr lang="es-MX" dirty="0"/>
              <a:t>BIENVENIDOS</a:t>
            </a:r>
          </a:p>
        </p:txBody>
      </p:sp>
    </p:spTree>
    <p:extLst>
      <p:ext uri="{BB962C8B-B14F-4D97-AF65-F5344CB8AC3E}">
        <p14:creationId xmlns:p14="http://schemas.microsoft.com/office/powerpoint/2010/main" val="3657476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57E0EC8-1D67-9DC6-ED95-30C1AE4DABA9}"/>
              </a:ext>
            </a:extLst>
          </p:cNvPr>
          <p:cNvSpPr>
            <a:spLocks noGrp="1"/>
          </p:cNvSpPr>
          <p:nvPr>
            <p:ph idx="1"/>
          </p:nvPr>
        </p:nvSpPr>
        <p:spPr>
          <a:xfrm>
            <a:off x="838200" y="2506662"/>
            <a:ext cx="10515600" cy="2796858"/>
          </a:xfrm>
        </p:spPr>
        <p:txBody>
          <a:bodyPr/>
          <a:lstStyle/>
          <a:p>
            <a:pPr marL="0" indent="0">
              <a:buNone/>
            </a:pPr>
            <a:r>
              <a:rPr lang="es-ES" dirty="0"/>
              <a:t>Nuestro Centro Evaluador es una institución especializada en la capacitación y certificación de competencias laborales, avalado por organismos reguladores y comprometido con la excelencia educativa. Nos enfocamos en brindar cursos con fines de certificación que permiten a nuestros usuarios validar sus conocimientos y habilidades en distintas áreas profesionales.</a:t>
            </a:r>
            <a:endParaRPr lang="en-US" dirty="0"/>
          </a:p>
        </p:txBody>
      </p:sp>
      <p:pic>
        <p:nvPicPr>
          <p:cNvPr id="4" name="Picture 3">
            <a:extLst>
              <a:ext uri="{FF2B5EF4-FFF2-40B4-BE49-F238E27FC236}">
                <a16:creationId xmlns:a16="http://schemas.microsoft.com/office/drawing/2014/main" id="{42BF51DD-C02F-36D9-EA04-D599FF2A5F5D}"/>
              </a:ext>
            </a:extLst>
          </p:cNvPr>
          <p:cNvPicPr>
            <a:picLocks noChangeAspect="1"/>
          </p:cNvPicPr>
          <p:nvPr/>
        </p:nvPicPr>
        <p:blipFill>
          <a:blip r:embed="rId2"/>
          <a:stretch>
            <a:fillRect/>
          </a:stretch>
        </p:blipFill>
        <p:spPr>
          <a:xfrm>
            <a:off x="0" y="5216434"/>
            <a:ext cx="2462349" cy="1641566"/>
          </a:xfrm>
          <a:prstGeom prst="rect">
            <a:avLst/>
          </a:prstGeom>
        </p:spPr>
      </p:pic>
      <p:pic>
        <p:nvPicPr>
          <p:cNvPr id="6" name="Picture 5">
            <a:extLst>
              <a:ext uri="{FF2B5EF4-FFF2-40B4-BE49-F238E27FC236}">
                <a16:creationId xmlns:a16="http://schemas.microsoft.com/office/drawing/2014/main" id="{28FA30D2-85C9-5FEA-D0A7-4F1C3F6FDA11}"/>
              </a:ext>
            </a:extLst>
          </p:cNvPr>
          <p:cNvPicPr>
            <a:picLocks noChangeAspect="1"/>
          </p:cNvPicPr>
          <p:nvPr/>
        </p:nvPicPr>
        <p:blipFill>
          <a:blip r:embed="rId3"/>
          <a:stretch>
            <a:fillRect/>
          </a:stretch>
        </p:blipFill>
        <p:spPr>
          <a:xfrm>
            <a:off x="8763000" y="0"/>
            <a:ext cx="3429000" cy="1990725"/>
          </a:xfrm>
          <a:prstGeom prst="rect">
            <a:avLst/>
          </a:prstGeom>
        </p:spPr>
      </p:pic>
      <p:pic>
        <p:nvPicPr>
          <p:cNvPr id="8" name="Picture 7">
            <a:extLst>
              <a:ext uri="{FF2B5EF4-FFF2-40B4-BE49-F238E27FC236}">
                <a16:creationId xmlns:a16="http://schemas.microsoft.com/office/drawing/2014/main" id="{1A777AAD-1955-7E00-CEFE-5C1FD782D354}"/>
              </a:ext>
            </a:extLst>
          </p:cNvPr>
          <p:cNvPicPr>
            <a:picLocks noChangeAspect="1"/>
          </p:cNvPicPr>
          <p:nvPr/>
        </p:nvPicPr>
        <p:blipFill>
          <a:blip r:embed="rId4"/>
          <a:stretch>
            <a:fillRect/>
          </a:stretch>
        </p:blipFill>
        <p:spPr>
          <a:xfrm>
            <a:off x="0" y="0"/>
            <a:ext cx="3708210" cy="2192383"/>
          </a:xfrm>
          <a:prstGeom prst="rect">
            <a:avLst/>
          </a:prstGeom>
        </p:spPr>
      </p:pic>
      <p:pic>
        <p:nvPicPr>
          <p:cNvPr id="12" name="Picture 11">
            <a:extLst>
              <a:ext uri="{FF2B5EF4-FFF2-40B4-BE49-F238E27FC236}">
                <a16:creationId xmlns:a16="http://schemas.microsoft.com/office/drawing/2014/main" id="{004D4F40-EDCF-4331-D342-36890597DD90}"/>
              </a:ext>
            </a:extLst>
          </p:cNvPr>
          <p:cNvPicPr>
            <a:picLocks noChangeAspect="1"/>
          </p:cNvPicPr>
          <p:nvPr/>
        </p:nvPicPr>
        <p:blipFill>
          <a:blip r:embed="rId5"/>
          <a:stretch>
            <a:fillRect/>
          </a:stretch>
        </p:blipFill>
        <p:spPr>
          <a:xfrm>
            <a:off x="7407839" y="5216434"/>
            <a:ext cx="4784161" cy="1641566"/>
          </a:xfrm>
          <a:prstGeom prst="rect">
            <a:avLst/>
          </a:prstGeom>
        </p:spPr>
      </p:pic>
    </p:spTree>
    <p:extLst>
      <p:ext uri="{BB962C8B-B14F-4D97-AF65-F5344CB8AC3E}">
        <p14:creationId xmlns:p14="http://schemas.microsoft.com/office/powerpoint/2010/main" val="30857381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C87002-6D72-8CBA-2965-F7CE99AE8E7C}"/>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4D295AF3-BDF1-B0F4-6A1D-7696928CC45A}"/>
              </a:ext>
            </a:extLst>
          </p:cNvPr>
          <p:cNvSpPr txBox="1"/>
          <p:nvPr/>
        </p:nvSpPr>
        <p:spPr>
          <a:xfrm>
            <a:off x="217714" y="0"/>
            <a:ext cx="10436711" cy="6924973"/>
          </a:xfrm>
          <a:prstGeom prst="rect">
            <a:avLst/>
          </a:prstGeom>
          <a:noFill/>
        </p:spPr>
        <p:txBody>
          <a:bodyPr wrap="square" rtlCol="0">
            <a:spAutoFit/>
          </a:bodyPr>
          <a:lstStyle/>
          <a:p>
            <a:r>
              <a:rPr lang="es-MX" b="1" dirty="0"/>
              <a:t>Estándar de Competencia – 1375</a:t>
            </a:r>
          </a:p>
          <a:p>
            <a:endParaRPr lang="es-MX" b="1" dirty="0"/>
          </a:p>
          <a:p>
            <a:r>
              <a:rPr lang="es-ES" b="1" dirty="0"/>
              <a:t>Prestación de servicios auxiliares en la contribución tradicional y complementaria de la recuperación de las condiciones físicas y socioemocionales de las personas.</a:t>
            </a:r>
          </a:p>
          <a:p>
            <a:endParaRPr lang="es-ES" sz="1200" dirty="0"/>
          </a:p>
          <a:p>
            <a:r>
              <a:rPr lang="es-ES" sz="1000" b="1" dirty="0"/>
              <a:t>🔹 Especialistas en bienestar físico y equilibrio energético</a:t>
            </a:r>
          </a:p>
          <a:p>
            <a:r>
              <a:rPr lang="es-ES" sz="1000" dirty="0"/>
              <a:t>Acupuntura terapéutica y estimulación auricular. </a:t>
            </a:r>
          </a:p>
          <a:p>
            <a:r>
              <a:rPr lang="es-ES" sz="1000" dirty="0"/>
              <a:t>Reflexología aplicada en pies, manos o rostro. </a:t>
            </a:r>
          </a:p>
          <a:p>
            <a:r>
              <a:rPr lang="es-ES" sz="1000" dirty="0"/>
              <a:t>Técnicas manuales de bienestar: masaje integral, </a:t>
            </a:r>
            <a:r>
              <a:rPr lang="es-ES" sz="1000" dirty="0" err="1"/>
              <a:t>Shiatsu</a:t>
            </a:r>
            <a:r>
              <a:rPr lang="es-ES" sz="1000" dirty="0"/>
              <a:t>, liberación miofascial, drenaje linfático manual y masaje de tradición ayurvédica. </a:t>
            </a:r>
          </a:p>
          <a:p>
            <a:r>
              <a:rPr lang="es-ES" sz="1000" dirty="0"/>
              <a:t>Prácticas de armonización energética como Reiki, </a:t>
            </a:r>
            <a:r>
              <a:rPr lang="es-ES" sz="1000" dirty="0" err="1"/>
              <a:t>Johrei</a:t>
            </a:r>
            <a:r>
              <a:rPr lang="es-ES" sz="1000" dirty="0"/>
              <a:t> y otras modalidades de transmisión de energía. </a:t>
            </a:r>
          </a:p>
          <a:p>
            <a:r>
              <a:rPr lang="es-ES" sz="1000" dirty="0"/>
              <a:t>Biomagnetismo, equilibrio bioenergético y terapias de polaridad. </a:t>
            </a:r>
          </a:p>
          <a:p>
            <a:r>
              <a:rPr lang="es-ES" sz="1000" dirty="0"/>
              <a:t>Métodos vibracionales mediante sonido, cuencos, diapasones y frecuencias. </a:t>
            </a:r>
          </a:p>
          <a:p>
            <a:br>
              <a:rPr lang="es-ES" sz="1000" dirty="0"/>
            </a:br>
            <a:endParaRPr lang="es-ES" sz="1000" dirty="0"/>
          </a:p>
          <a:p>
            <a:r>
              <a:rPr lang="es-ES" sz="1000" b="1" dirty="0"/>
              <a:t>🔹 Guías de bienestar emocional y crecimiento personal</a:t>
            </a:r>
          </a:p>
          <a:p>
            <a:r>
              <a:rPr lang="es-ES" sz="1000" dirty="0"/>
              <a:t>Enfoques de descodificación biológica y análisis transgeneracional. </a:t>
            </a:r>
          </a:p>
          <a:p>
            <a:r>
              <a:rPr lang="es-ES" sz="1000" dirty="0"/>
              <a:t>Facilitación de constelaciones sistémicas familiares. </a:t>
            </a:r>
          </a:p>
          <a:p>
            <a:r>
              <a:rPr lang="es-ES" sz="1000" dirty="0"/>
              <a:t>Herramientas de regulación emocional como EFT, </a:t>
            </a:r>
            <a:r>
              <a:rPr lang="es-ES" sz="1000" dirty="0" err="1"/>
              <a:t>tapping</a:t>
            </a:r>
            <a:r>
              <a:rPr lang="es-ES" sz="1000" dirty="0"/>
              <a:t> y respiración consciente. </a:t>
            </a:r>
          </a:p>
          <a:p>
            <a:r>
              <a:rPr lang="es-ES" sz="1000" dirty="0"/>
              <a:t>Hipnosis con fines de desarrollo personal (no clínica). </a:t>
            </a:r>
          </a:p>
          <a:p>
            <a:r>
              <a:rPr lang="es-ES" sz="1000" dirty="0"/>
              <a:t>Procesos de conexión con el niño interior, acompañamiento emocional y orientación espiritual. </a:t>
            </a:r>
          </a:p>
          <a:p>
            <a:br>
              <a:rPr lang="es-ES" sz="1000" dirty="0"/>
            </a:br>
            <a:endParaRPr lang="es-ES" sz="1000" dirty="0"/>
          </a:p>
          <a:p>
            <a:r>
              <a:rPr lang="es-ES" sz="1000" b="1" dirty="0"/>
              <a:t>🔹 Facilitadores de espacios de bienestar</a:t>
            </a:r>
          </a:p>
          <a:p>
            <a:r>
              <a:rPr lang="es-ES" sz="1000" dirty="0"/>
              <a:t>Auxiliares de terapeutas, profesionales integrativos o especialistas en bienestar holístico. </a:t>
            </a:r>
          </a:p>
          <a:p>
            <a:r>
              <a:rPr lang="es-ES" sz="1000" dirty="0"/>
              <a:t>Coordinadores de círculos de crecimiento, talleres vivenciales y encuentros de bienestar. </a:t>
            </a:r>
          </a:p>
          <a:p>
            <a:r>
              <a:rPr lang="es-ES" sz="1000" dirty="0"/>
              <a:t>Promotores comunitarios enfocados en salud integral y calidad de vida. </a:t>
            </a:r>
          </a:p>
          <a:p>
            <a:r>
              <a:rPr lang="es-ES" sz="1000" dirty="0"/>
              <a:t>Personal de apoyo en consultorios, centros de bienestar, retiros y espacios dedicados a terapias complementarias. </a:t>
            </a:r>
          </a:p>
          <a:p>
            <a:br>
              <a:rPr lang="es-ES" sz="1000" dirty="0"/>
            </a:br>
            <a:endParaRPr lang="es-ES" sz="1000" dirty="0"/>
          </a:p>
          <a:p>
            <a:r>
              <a:rPr lang="es-ES" sz="1000" b="1" dirty="0"/>
              <a:t>🔹 Practicantes de terapias naturales y vibracionales</a:t>
            </a:r>
          </a:p>
          <a:p>
            <a:r>
              <a:rPr lang="es-ES" sz="1000" dirty="0"/>
              <a:t>Sistemas florales como Flores de Bach y otras esencias botánicas. </a:t>
            </a:r>
          </a:p>
          <a:p>
            <a:r>
              <a:rPr lang="es-ES" sz="1000" dirty="0"/>
              <a:t>Aplicación de aceites esenciales mediante aromaterapia. </a:t>
            </a:r>
          </a:p>
          <a:p>
            <a:r>
              <a:rPr lang="es-ES" sz="1000" dirty="0"/>
              <a:t>Herbolaria tradicional, plantas medicinales y fitoterapia. </a:t>
            </a:r>
          </a:p>
          <a:p>
            <a:r>
              <a:rPr lang="es-ES" sz="1000" dirty="0" err="1"/>
              <a:t>Cristaloterapia</a:t>
            </a:r>
            <a:r>
              <a:rPr lang="es-ES" sz="1000" dirty="0"/>
              <a:t>, gemoterapia y utilización energética de minerales. </a:t>
            </a:r>
          </a:p>
          <a:p>
            <a:r>
              <a:rPr lang="es-ES" sz="1000" dirty="0"/>
              <a:t>Métodos de armonización cuántica y reconexión energética. </a:t>
            </a:r>
          </a:p>
          <a:p>
            <a:br>
              <a:rPr lang="es-ES" sz="1000" dirty="0"/>
            </a:br>
            <a:endParaRPr lang="es-ES" sz="1000" dirty="0"/>
          </a:p>
          <a:p>
            <a:r>
              <a:rPr lang="es-ES" sz="1000" b="1" dirty="0"/>
              <a:t>🔹 Portadores de conocimientos tradicionales de bienestar</a:t>
            </a:r>
          </a:p>
          <a:p>
            <a:r>
              <a:rPr lang="es-ES" sz="1000" dirty="0"/>
              <a:t>Curanderos, parteras tradicionales, sobadores, hueseros y guías de temazcal. </a:t>
            </a:r>
          </a:p>
          <a:p>
            <a:r>
              <a:rPr lang="es-ES" sz="1000" dirty="0"/>
              <a:t>Practicantes de saberes ancestrales relacionados con el bienestar. </a:t>
            </a:r>
          </a:p>
          <a:p>
            <a:r>
              <a:rPr lang="es-ES" sz="1000" dirty="0"/>
              <a:t>Difusores y promotores de las prácticas tradicionales de los pueblos originarios.</a:t>
            </a:r>
            <a:endParaRPr lang="en-US" dirty="0"/>
          </a:p>
        </p:txBody>
      </p:sp>
    </p:spTree>
    <p:extLst>
      <p:ext uri="{BB962C8B-B14F-4D97-AF65-F5344CB8AC3E}">
        <p14:creationId xmlns:p14="http://schemas.microsoft.com/office/powerpoint/2010/main" val="13598527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3200400" y="304801"/>
            <a:ext cx="7922260" cy="2031325"/>
          </a:xfrm>
        </p:spPr>
        <p:txBody>
          <a:bodyPr/>
          <a:lstStyle/>
          <a:p>
            <a:r>
              <a:rPr lang="es-MX" dirty="0"/>
              <a:t>REDES SOCIALES</a:t>
            </a:r>
          </a:p>
        </p:txBody>
      </p:sp>
      <p:sp>
        <p:nvSpPr>
          <p:cNvPr id="9" name="TextBox 8">
            <a:extLst>
              <a:ext uri="{FF2B5EF4-FFF2-40B4-BE49-F238E27FC236}">
                <a16:creationId xmlns:a16="http://schemas.microsoft.com/office/drawing/2014/main" id="{BC5FEC13-A3EC-7D6B-8346-A723B6A165D5}"/>
              </a:ext>
            </a:extLst>
          </p:cNvPr>
          <p:cNvSpPr txBox="1"/>
          <p:nvPr/>
        </p:nvSpPr>
        <p:spPr>
          <a:xfrm>
            <a:off x="748937" y="2447109"/>
            <a:ext cx="3716082" cy="1477328"/>
          </a:xfrm>
          <a:prstGeom prst="rect">
            <a:avLst/>
          </a:prstGeom>
          <a:noFill/>
        </p:spPr>
        <p:txBody>
          <a:bodyPr wrap="none" rtlCol="0">
            <a:spAutoFit/>
          </a:bodyPr>
          <a:lstStyle/>
          <a:p>
            <a:r>
              <a:rPr lang="es-MX" dirty="0">
                <a:hlinkClick r:id="rId2"/>
              </a:rPr>
              <a:t>https://Yocuantico.com</a:t>
            </a:r>
            <a:endParaRPr lang="es-MX" dirty="0"/>
          </a:p>
          <a:p>
            <a:endParaRPr lang="es-MX" dirty="0"/>
          </a:p>
          <a:p>
            <a:endParaRPr lang="es-MX" dirty="0"/>
          </a:p>
          <a:p>
            <a:r>
              <a:rPr lang="en-US" b="1" dirty="0">
                <a:hlinkClick r:id="rId3"/>
              </a:rPr>
              <a:t>https://ec1375-posturalia.vercel.app</a:t>
            </a:r>
            <a:endParaRPr lang="en-US" b="1" dirty="0"/>
          </a:p>
          <a:p>
            <a:endParaRPr lang="en-US" b="1" dirty="0"/>
          </a:p>
        </p:txBody>
      </p:sp>
    </p:spTree>
    <p:extLst>
      <p:ext uri="{BB962C8B-B14F-4D97-AF65-F5344CB8AC3E}">
        <p14:creationId xmlns:p14="http://schemas.microsoft.com/office/powerpoint/2010/main" val="26820033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371597" y="348865"/>
            <a:ext cx="10044023" cy="877729"/>
          </a:xfrm>
        </p:spPr>
        <p:txBody>
          <a:bodyPr anchor="ctr">
            <a:normAutofit/>
          </a:bodyPr>
          <a:lstStyle/>
          <a:p>
            <a:r>
              <a:rPr lang="es-MX" sz="4000" dirty="0">
                <a:solidFill>
                  <a:schemeClr val="accent5">
                    <a:lumMod val="75000"/>
                  </a:schemeClr>
                </a:solidFill>
              </a:rPr>
              <a:t>REGLAS DE OPERACIÓN Y CONVIVENCIA</a:t>
            </a:r>
          </a:p>
        </p:txBody>
      </p:sp>
      <p:graphicFrame>
        <p:nvGraphicFramePr>
          <p:cNvPr id="8" name="Marcador de contenido 5">
            <a:extLst>
              <a:ext uri="{FF2B5EF4-FFF2-40B4-BE49-F238E27FC236}">
                <a16:creationId xmlns:a16="http://schemas.microsoft.com/office/drawing/2014/main" id="{7BB465F3-0410-E029-756F-F0EB8EC0ECE5}"/>
              </a:ext>
            </a:extLst>
          </p:cNvPr>
          <p:cNvGraphicFramePr>
            <a:graphicFrameLocks noGrp="1"/>
          </p:cNvGraphicFramePr>
          <p:nvPr>
            <p:ph idx="1"/>
            <p:extLst>
              <p:ext uri="{D42A27DB-BD31-4B8C-83A1-F6EECF244321}">
                <p14:modId xmlns:p14="http://schemas.microsoft.com/office/powerpoint/2010/main" val="4066934125"/>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62125625"/>
      </p:ext>
    </p:extLst>
  </p:cSld>
  <p:clrMapOvr>
    <a:masterClrMapping/>
  </p:clrMapOvr>
  <p:transition spd="slow">
    <p:push dir="u"/>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F032EFA-D1A7-8CEB-6C67-7380F7548934}"/>
              </a:ext>
            </a:extLst>
          </p:cNvPr>
          <p:cNvSpPr>
            <a:spLocks noGrp="1"/>
          </p:cNvSpPr>
          <p:nvPr>
            <p:ph type="title"/>
          </p:nvPr>
        </p:nvSpPr>
        <p:spPr>
          <a:xfrm>
            <a:off x="573409" y="692727"/>
            <a:ext cx="3693791" cy="5576681"/>
          </a:xfrm>
        </p:spPr>
        <p:txBody>
          <a:bodyPr>
            <a:normAutofit/>
          </a:bodyPr>
          <a:lstStyle/>
          <a:p>
            <a:pPr algn="ctr"/>
            <a:r>
              <a:rPr lang="es-MX" dirty="0"/>
              <a:t>TEMARIO</a:t>
            </a:r>
          </a:p>
        </p:txBody>
      </p:sp>
      <p:graphicFrame>
        <p:nvGraphicFramePr>
          <p:cNvPr id="5" name="Marcador de contenido 2">
            <a:extLst>
              <a:ext uri="{FF2B5EF4-FFF2-40B4-BE49-F238E27FC236}">
                <a16:creationId xmlns:a16="http://schemas.microsoft.com/office/drawing/2014/main" id="{8E1CB664-2E42-ABA6-82DE-8BA836BCF956}"/>
              </a:ext>
            </a:extLst>
          </p:cNvPr>
          <p:cNvGraphicFramePr>
            <a:graphicFrameLocks noGrp="1"/>
          </p:cNvGraphicFramePr>
          <p:nvPr>
            <p:ph idx="1"/>
            <p:extLst>
              <p:ext uri="{D42A27DB-BD31-4B8C-83A1-F6EECF244321}">
                <p14:modId xmlns:p14="http://schemas.microsoft.com/office/powerpoint/2010/main" val="3173185720"/>
              </p:ext>
            </p:extLst>
          </p:nvPr>
        </p:nvGraphicFramePr>
        <p:xfrm>
          <a:off x="5712410" y="865708"/>
          <a:ext cx="5906181" cy="523071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854322735"/>
      </p:ext>
    </p:extLst>
  </p:cSld>
  <p:clrMapOvr>
    <a:masterClrMapping/>
  </p:clrMapOvr>
  <p:transition spd="slow">
    <p:push dir="u"/>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1C88C0F-1DDE-D675-81C4-53546603FE05}"/>
              </a:ext>
            </a:extLst>
          </p:cNvPr>
          <p:cNvSpPr>
            <a:spLocks noGrp="1"/>
          </p:cNvSpPr>
          <p:nvPr>
            <p:ph type="title"/>
          </p:nvPr>
        </p:nvSpPr>
        <p:spPr>
          <a:xfrm>
            <a:off x="5353249" y="1916670"/>
            <a:ext cx="5716338" cy="3042706"/>
          </a:xfrm>
        </p:spPr>
        <p:txBody>
          <a:bodyPr vert="horz" lIns="91440" tIns="45720" rIns="91440" bIns="45720" rtlCol="0" anchor="ctr">
            <a:normAutofit/>
          </a:bodyPr>
          <a:lstStyle/>
          <a:p>
            <a:pPr algn="ctr">
              <a:lnSpc>
                <a:spcPct val="83000"/>
              </a:lnSpc>
            </a:pPr>
            <a:r>
              <a:rPr lang="en-US" sz="5400" cap="all" spc="-100" dirty="0"/>
              <a:t>OBJETIVO GENERAL</a:t>
            </a:r>
          </a:p>
        </p:txBody>
      </p:sp>
      <p:sp>
        <p:nvSpPr>
          <p:cNvPr id="3" name="Marcador de contenido 2">
            <a:extLst>
              <a:ext uri="{FF2B5EF4-FFF2-40B4-BE49-F238E27FC236}">
                <a16:creationId xmlns:a16="http://schemas.microsoft.com/office/drawing/2014/main" id="{B98449EA-92DE-0DD5-11DF-94A95488F2AC}"/>
              </a:ext>
            </a:extLst>
          </p:cNvPr>
          <p:cNvSpPr>
            <a:spLocks noGrp="1"/>
          </p:cNvSpPr>
          <p:nvPr>
            <p:ph idx="1"/>
          </p:nvPr>
        </p:nvSpPr>
        <p:spPr>
          <a:xfrm>
            <a:off x="5533786" y="4969752"/>
            <a:ext cx="5355264" cy="663286"/>
          </a:xfrm>
        </p:spPr>
        <p:txBody>
          <a:bodyPr vert="horz" lIns="91440" tIns="45720" rIns="91440" bIns="45720" rtlCol="0">
            <a:normAutofit/>
          </a:bodyPr>
          <a:lstStyle/>
          <a:p>
            <a:pPr marL="0" indent="0" algn="ctr">
              <a:lnSpc>
                <a:spcPct val="100000"/>
              </a:lnSpc>
              <a:spcBef>
                <a:spcPts val="0"/>
              </a:spcBef>
              <a:spcAft>
                <a:spcPts val="600"/>
              </a:spcAft>
              <a:buNone/>
            </a:pPr>
            <a:r>
              <a:rPr lang="en-US" sz="1800" spc="80" dirty="0">
                <a:solidFill>
                  <a:schemeClr val="tx1">
                    <a:lumMod val="95000"/>
                    <a:lumOff val="5000"/>
                  </a:schemeClr>
                </a:solidFill>
              </a:rPr>
              <a:t>CONOCER EL EC 1375</a:t>
            </a:r>
          </a:p>
        </p:txBody>
      </p:sp>
      <p:pic>
        <p:nvPicPr>
          <p:cNvPr id="7" name="Graphic 6" descr="Diana">
            <a:extLst>
              <a:ext uri="{FF2B5EF4-FFF2-40B4-BE49-F238E27FC236}">
                <a16:creationId xmlns:a16="http://schemas.microsoft.com/office/drawing/2014/main" id="{8A93E195-8CBD-3D6E-CE96-C920509B316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241170" y="1561990"/>
            <a:ext cx="3752067" cy="3752067"/>
          </a:xfrm>
          <a:prstGeom prst="rect">
            <a:avLst/>
          </a:prstGeom>
        </p:spPr>
      </p:pic>
    </p:spTree>
    <p:extLst>
      <p:ext uri="{BB962C8B-B14F-4D97-AF65-F5344CB8AC3E}">
        <p14:creationId xmlns:p14="http://schemas.microsoft.com/office/powerpoint/2010/main" val="2217142717"/>
      </p:ext>
    </p:extLst>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1C88C0F-1DDE-D675-81C4-53546603FE05}"/>
              </a:ext>
            </a:extLst>
          </p:cNvPr>
          <p:cNvSpPr>
            <a:spLocks noGrp="1"/>
          </p:cNvSpPr>
          <p:nvPr>
            <p:ph type="title"/>
          </p:nvPr>
        </p:nvSpPr>
        <p:spPr>
          <a:xfrm>
            <a:off x="5353249" y="1916670"/>
            <a:ext cx="5716338" cy="3042706"/>
          </a:xfrm>
        </p:spPr>
        <p:txBody>
          <a:bodyPr vert="horz" lIns="91440" tIns="45720" rIns="91440" bIns="45720" rtlCol="0" anchor="ctr">
            <a:normAutofit/>
          </a:bodyPr>
          <a:lstStyle/>
          <a:p>
            <a:pPr algn="ctr">
              <a:lnSpc>
                <a:spcPct val="83000"/>
              </a:lnSpc>
            </a:pPr>
            <a:r>
              <a:rPr lang="en-US" sz="5400" cap="all" spc="-100" dirty="0"/>
              <a:t>OBJETIVO</a:t>
            </a:r>
            <a:br>
              <a:rPr lang="en-US" sz="5400" cap="all" spc="-100" dirty="0"/>
            </a:br>
            <a:r>
              <a:rPr lang="en-US" sz="5400" cap="all" spc="-100" dirty="0"/>
              <a:t>PARTICULAR</a:t>
            </a:r>
          </a:p>
        </p:txBody>
      </p:sp>
      <p:sp>
        <p:nvSpPr>
          <p:cNvPr id="3" name="Marcador de contenido 2">
            <a:extLst>
              <a:ext uri="{FF2B5EF4-FFF2-40B4-BE49-F238E27FC236}">
                <a16:creationId xmlns:a16="http://schemas.microsoft.com/office/drawing/2014/main" id="{B98449EA-92DE-0DD5-11DF-94A95488F2AC}"/>
              </a:ext>
            </a:extLst>
          </p:cNvPr>
          <p:cNvSpPr>
            <a:spLocks noGrp="1"/>
          </p:cNvSpPr>
          <p:nvPr>
            <p:ph idx="1"/>
          </p:nvPr>
        </p:nvSpPr>
        <p:spPr>
          <a:xfrm>
            <a:off x="5533786" y="4969752"/>
            <a:ext cx="5355264" cy="663286"/>
          </a:xfrm>
        </p:spPr>
        <p:txBody>
          <a:bodyPr vert="horz" lIns="91440" tIns="45720" rIns="91440" bIns="45720" rtlCol="0">
            <a:normAutofit/>
          </a:bodyPr>
          <a:lstStyle/>
          <a:p>
            <a:pPr marL="0" indent="0" algn="ctr">
              <a:lnSpc>
                <a:spcPct val="100000"/>
              </a:lnSpc>
              <a:spcBef>
                <a:spcPts val="0"/>
              </a:spcBef>
              <a:spcAft>
                <a:spcPts val="600"/>
              </a:spcAft>
              <a:buNone/>
            </a:pPr>
            <a:r>
              <a:rPr lang="en-US" sz="1800" spc="80" dirty="0">
                <a:solidFill>
                  <a:schemeClr val="tx1">
                    <a:lumMod val="95000"/>
                    <a:lumOff val="5000"/>
                  </a:schemeClr>
                </a:solidFill>
              </a:rPr>
              <a:t>ALINEACION LA CERTIFICACION EC 1375</a:t>
            </a:r>
          </a:p>
        </p:txBody>
      </p:sp>
      <p:pic>
        <p:nvPicPr>
          <p:cNvPr id="7" name="Graphic 6" descr="Diana">
            <a:extLst>
              <a:ext uri="{FF2B5EF4-FFF2-40B4-BE49-F238E27FC236}">
                <a16:creationId xmlns:a16="http://schemas.microsoft.com/office/drawing/2014/main" id="{8A93E195-8CBD-3D6E-CE96-C920509B316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241170" y="1561990"/>
            <a:ext cx="3752067" cy="3752067"/>
          </a:xfrm>
          <a:prstGeom prst="rect">
            <a:avLst/>
          </a:prstGeom>
        </p:spPr>
      </p:pic>
    </p:spTree>
    <p:extLst>
      <p:ext uri="{BB962C8B-B14F-4D97-AF65-F5344CB8AC3E}">
        <p14:creationId xmlns:p14="http://schemas.microsoft.com/office/powerpoint/2010/main" val="2770083180"/>
      </p:ext>
    </p:extLst>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C9799D3-A91C-9828-DE36-4C15BF40FB11}"/>
              </a:ext>
            </a:extLst>
          </p:cNvPr>
          <p:cNvPicPr>
            <a:picLocks noChangeAspect="1"/>
          </p:cNvPicPr>
          <p:nvPr/>
        </p:nvPicPr>
        <p:blipFill rotWithShape="1">
          <a:blip r:embed="rId2">
            <a:alphaModFix amt="45000"/>
          </a:blip>
          <a:srcRect/>
          <a:stretch/>
        </p:blipFill>
        <p:spPr>
          <a:xfrm>
            <a:off x="20" y="10"/>
            <a:ext cx="12191980" cy="6857990"/>
          </a:xfrm>
          <a:prstGeom prst="rect">
            <a:avLst/>
          </a:prstGeom>
        </p:spPr>
      </p:pic>
      <p:sp>
        <p:nvSpPr>
          <p:cNvPr id="2" name="Título 1">
            <a:extLst>
              <a:ext uri="{FF2B5EF4-FFF2-40B4-BE49-F238E27FC236}">
                <a16:creationId xmlns:a16="http://schemas.microsoft.com/office/drawing/2014/main" id="{359E152A-6341-681D-2E19-2B7016834247}"/>
              </a:ext>
            </a:extLst>
          </p:cNvPr>
          <p:cNvSpPr>
            <a:spLocks noGrp="1"/>
          </p:cNvSpPr>
          <p:nvPr>
            <p:ph type="title"/>
          </p:nvPr>
        </p:nvSpPr>
        <p:spPr>
          <a:xfrm>
            <a:off x="1769532" y="2091263"/>
            <a:ext cx="8652938" cy="2461504"/>
          </a:xfrm>
        </p:spPr>
        <p:txBody>
          <a:bodyPr vert="horz" lIns="91440" tIns="45720" rIns="91440" bIns="45720" rtlCol="0" anchor="ctr">
            <a:normAutofit/>
          </a:bodyPr>
          <a:lstStyle/>
          <a:p>
            <a:pPr algn="ctr">
              <a:lnSpc>
                <a:spcPct val="83000"/>
              </a:lnSpc>
            </a:pPr>
            <a:r>
              <a:rPr lang="en-US" sz="6800" cap="all" spc="-100" dirty="0"/>
              <a:t>Y AHORA TE TOCA A TI</a:t>
            </a:r>
          </a:p>
        </p:txBody>
      </p:sp>
    </p:spTree>
    <p:extLst>
      <p:ext uri="{BB962C8B-B14F-4D97-AF65-F5344CB8AC3E}">
        <p14:creationId xmlns:p14="http://schemas.microsoft.com/office/powerpoint/2010/main" val="678489474"/>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Wavy 3D art">
            <a:extLst>
              <a:ext uri="{FF2B5EF4-FFF2-40B4-BE49-F238E27FC236}">
                <a16:creationId xmlns:a16="http://schemas.microsoft.com/office/drawing/2014/main" id="{68BB6651-CE9A-D105-0977-0E7AC9D044C1}"/>
              </a:ext>
            </a:extLst>
          </p:cNvPr>
          <p:cNvPicPr>
            <a:picLocks noChangeAspect="1"/>
          </p:cNvPicPr>
          <p:nvPr/>
        </p:nvPicPr>
        <p:blipFill rotWithShape="1">
          <a:blip r:embed="rId3"/>
          <a:srcRect l="2040" r="2" b="2"/>
          <a:stretch/>
        </p:blipFill>
        <p:spPr>
          <a:xfrm>
            <a:off x="3523488" y="10"/>
            <a:ext cx="8668512" cy="6857990"/>
          </a:xfrm>
          <a:prstGeom prst="rect">
            <a:avLst/>
          </a:prstGeom>
        </p:spPr>
      </p:pic>
      <p:sp>
        <p:nvSpPr>
          <p:cNvPr id="2" name="Título 1">
            <a:extLst>
              <a:ext uri="{FF2B5EF4-FFF2-40B4-BE49-F238E27FC236}">
                <a16:creationId xmlns:a16="http://schemas.microsoft.com/office/drawing/2014/main" id="{B474CF37-A9E0-BE20-5C63-7A969E802812}"/>
              </a:ext>
            </a:extLst>
          </p:cNvPr>
          <p:cNvSpPr>
            <a:spLocks noGrp="1"/>
          </p:cNvSpPr>
          <p:nvPr>
            <p:ph type="ctrTitle"/>
          </p:nvPr>
        </p:nvSpPr>
        <p:spPr>
          <a:xfrm>
            <a:off x="325581" y="1304703"/>
            <a:ext cx="10660072" cy="3204134"/>
          </a:xfrm>
        </p:spPr>
        <p:txBody>
          <a:bodyPr anchor="b">
            <a:normAutofit fontScale="90000"/>
          </a:bodyPr>
          <a:lstStyle/>
          <a:p>
            <a:r>
              <a:rPr lang="es-MX" sz="4800" dirty="0"/>
              <a:t>EC 01375</a:t>
            </a:r>
            <a:br>
              <a:rPr lang="es-MX" sz="4800" dirty="0"/>
            </a:br>
            <a:r>
              <a:rPr lang="es-MX" sz="4800" dirty="0"/>
              <a:t>Prestación de servicios auxiliares en la contribución tradicional y complementaria de la recuperación de las condiciones físicas y socioemocionales de las personas</a:t>
            </a:r>
          </a:p>
        </p:txBody>
      </p:sp>
      <p:sp>
        <p:nvSpPr>
          <p:cNvPr id="3" name="Subtítulo 2">
            <a:extLst>
              <a:ext uri="{FF2B5EF4-FFF2-40B4-BE49-F238E27FC236}">
                <a16:creationId xmlns:a16="http://schemas.microsoft.com/office/drawing/2014/main" id="{7C212426-FBDC-AD04-5535-FD1E38751A8E}"/>
              </a:ext>
            </a:extLst>
          </p:cNvPr>
          <p:cNvSpPr>
            <a:spLocks noGrp="1"/>
          </p:cNvSpPr>
          <p:nvPr>
            <p:ph type="subTitle" idx="1"/>
          </p:nvPr>
        </p:nvSpPr>
        <p:spPr>
          <a:xfrm>
            <a:off x="477980" y="4872922"/>
            <a:ext cx="4023359" cy="1208141"/>
          </a:xfrm>
        </p:spPr>
        <p:txBody>
          <a:bodyPr>
            <a:normAutofit/>
          </a:bodyPr>
          <a:lstStyle/>
          <a:p>
            <a:r>
              <a:rPr lang="es-MX" sz="2000" dirty="0"/>
              <a:t>SEP CONOCER</a:t>
            </a:r>
          </a:p>
        </p:txBody>
      </p:sp>
      <p:pic>
        <p:nvPicPr>
          <p:cNvPr id="1034" name="Picture 10" descr="CONOCER">
            <a:extLst>
              <a:ext uri="{FF2B5EF4-FFF2-40B4-BE49-F238E27FC236}">
                <a16:creationId xmlns:a16="http://schemas.microsoft.com/office/drawing/2014/main" id="{C1C30728-842B-8B50-7F2F-193D7737BAE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34235" y="47746"/>
            <a:ext cx="4572000" cy="990600"/>
          </a:xfrm>
          <a:prstGeom prst="rect">
            <a:avLst/>
          </a:prstGeom>
          <a:noFill/>
          <a:extLst>
            <a:ext uri="{909E8E84-426E-40DD-AFC4-6F175D3DCCD1}">
              <a14:hiddenFill xmlns:a14="http://schemas.microsoft.com/office/drawing/2010/main">
                <a:solidFill>
                  <a:srgbClr val="FFFFFF"/>
                </a:solidFill>
              </a14:hiddenFill>
            </a:ext>
          </a:extLst>
        </p:spPr>
      </p:pic>
      <p:pic>
        <p:nvPicPr>
          <p:cNvPr id="1040" name="Picture 16" descr="Centro de evaluación Caepssa (Certificación ante la Sep y Red Conocer) |  Capacitación, profesionalización y asesoría en materia de seguridad">
            <a:extLst>
              <a:ext uri="{FF2B5EF4-FFF2-40B4-BE49-F238E27FC236}">
                <a16:creationId xmlns:a16="http://schemas.microsoft.com/office/drawing/2014/main" id="{4ED8D8B8-F7B7-A524-8FA4-5E07C3F6FE9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887791" y="9663"/>
            <a:ext cx="1640453" cy="984272"/>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10" descr="CONOCER">
            <a:extLst>
              <a:ext uri="{FF2B5EF4-FFF2-40B4-BE49-F238E27FC236}">
                <a16:creationId xmlns:a16="http://schemas.microsoft.com/office/drawing/2014/main" id="{2FDF9AA9-8E73-25C5-6986-8C62A1D44FF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28244" y="9663"/>
            <a:ext cx="4572000" cy="990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41924152"/>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D61458C-206A-2293-D1AB-FC401DC39A99}"/>
              </a:ext>
            </a:extLst>
          </p:cNvPr>
          <p:cNvSpPr>
            <a:spLocks noGrp="1"/>
          </p:cNvSpPr>
          <p:nvPr>
            <p:ph type="title"/>
          </p:nvPr>
        </p:nvSpPr>
        <p:spPr/>
        <p:txBody>
          <a:bodyPr/>
          <a:lstStyle/>
          <a:p>
            <a:r>
              <a:rPr lang="es-MX" dirty="0"/>
              <a:t>CONOCIENDO EL EC</a:t>
            </a:r>
          </a:p>
        </p:txBody>
      </p:sp>
      <p:sp>
        <p:nvSpPr>
          <p:cNvPr id="3" name="Marcador de contenido 2">
            <a:extLst>
              <a:ext uri="{FF2B5EF4-FFF2-40B4-BE49-F238E27FC236}">
                <a16:creationId xmlns:a16="http://schemas.microsoft.com/office/drawing/2014/main" id="{7C098D51-2A60-F0B9-707F-AD2D1AED9A19}"/>
              </a:ext>
            </a:extLst>
          </p:cNvPr>
          <p:cNvSpPr>
            <a:spLocks noGrp="1"/>
          </p:cNvSpPr>
          <p:nvPr>
            <p:ph idx="1"/>
          </p:nvPr>
        </p:nvSpPr>
        <p:spPr/>
        <p:txBody>
          <a:bodyPr/>
          <a:lstStyle/>
          <a:p>
            <a:r>
              <a:rPr lang="es-MX" dirty="0"/>
              <a:t>PROPOSITO</a:t>
            </a:r>
          </a:p>
          <a:p>
            <a:r>
              <a:rPr lang="es-MX" dirty="0"/>
              <a:t>DESCRIPCION</a:t>
            </a:r>
          </a:p>
          <a:p>
            <a:r>
              <a:rPr lang="es-MX" dirty="0"/>
              <a:t>NIVEL</a:t>
            </a:r>
          </a:p>
          <a:p>
            <a:r>
              <a:rPr lang="es-MX" dirty="0"/>
              <a:t>COMITÉ</a:t>
            </a:r>
          </a:p>
          <a:p>
            <a:r>
              <a:rPr lang="es-MX" dirty="0"/>
              <a:t>FECHA DE APROBACION</a:t>
            </a:r>
          </a:p>
        </p:txBody>
      </p:sp>
    </p:spTree>
    <p:extLst>
      <p:ext uri="{BB962C8B-B14F-4D97-AF65-F5344CB8AC3E}">
        <p14:creationId xmlns:p14="http://schemas.microsoft.com/office/powerpoint/2010/main" val="4107673979"/>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51A8CC2-909C-F944-98AE-9B4C5EC1BCDE}"/>
              </a:ext>
            </a:extLst>
          </p:cNvPr>
          <p:cNvSpPr>
            <a:spLocks noGrp="1"/>
          </p:cNvSpPr>
          <p:nvPr>
            <p:ph type="title"/>
          </p:nvPr>
        </p:nvSpPr>
        <p:spPr/>
        <p:txBody>
          <a:bodyPr/>
          <a:lstStyle/>
          <a:p>
            <a:r>
              <a:rPr lang="es-MX" dirty="0"/>
              <a:t>PROPOSITO</a:t>
            </a:r>
          </a:p>
        </p:txBody>
      </p:sp>
      <p:sp>
        <p:nvSpPr>
          <p:cNvPr id="3" name="Marcador de contenido 2">
            <a:extLst>
              <a:ext uri="{FF2B5EF4-FFF2-40B4-BE49-F238E27FC236}">
                <a16:creationId xmlns:a16="http://schemas.microsoft.com/office/drawing/2014/main" id="{B6D0C3DA-831F-80A1-BB0D-28CC7FE27E98}"/>
              </a:ext>
            </a:extLst>
          </p:cNvPr>
          <p:cNvSpPr>
            <a:spLocks noGrp="1"/>
          </p:cNvSpPr>
          <p:nvPr>
            <p:ph idx="1"/>
          </p:nvPr>
        </p:nvSpPr>
        <p:spPr>
          <a:xfrm>
            <a:off x="595745" y="1920240"/>
            <a:ext cx="10687952" cy="4251961"/>
          </a:xfrm>
        </p:spPr>
        <p:txBody>
          <a:bodyPr>
            <a:normAutofit fontScale="92500" lnSpcReduction="20000"/>
          </a:bodyPr>
          <a:lstStyle/>
          <a:p>
            <a:r>
              <a:rPr lang="es-MX" dirty="0">
                <a:effectLst/>
                <a:latin typeface="ArialMT"/>
              </a:rPr>
              <a:t>Servir como referente para la evaluación y certificación de las personas que prestan servicios de apoyo en la recuperación tradicional y complementaria de las condiciones físicas y socioemocionales de las personas, preparando el espacio de atención, disponiendo e introduciendo al usuario que recibirá los servicios y dando seguimiento a su atención. </a:t>
            </a:r>
            <a:endParaRPr lang="es-MX" dirty="0"/>
          </a:p>
          <a:p>
            <a:r>
              <a:rPr lang="es-MX" dirty="0">
                <a:effectLst/>
                <a:latin typeface="ArialMT"/>
              </a:rPr>
              <a:t>Asimismo, puede ser referente para el desarrollo de programas de capacitación y de formación basados en Estándares de Competencia (EC). </a:t>
            </a:r>
            <a:endParaRPr lang="es-MX" dirty="0"/>
          </a:p>
          <a:p>
            <a:r>
              <a:rPr lang="es-MX" dirty="0">
                <a:effectLst/>
                <a:latin typeface="ArialMT"/>
              </a:rPr>
              <a:t>El presente EC se refiere únicamente a funciones para cuya realización no se requiere por disposición legal, la posesión de un título profesional. Por lo que para certificarse en este EC no deberá ser requisito poseer dicho documento académico. </a:t>
            </a:r>
            <a:endParaRPr lang="es-MX" dirty="0"/>
          </a:p>
          <a:p>
            <a:endParaRPr lang="es-MX" dirty="0"/>
          </a:p>
        </p:txBody>
      </p:sp>
    </p:spTree>
    <p:extLst>
      <p:ext uri="{BB962C8B-B14F-4D97-AF65-F5344CB8AC3E}">
        <p14:creationId xmlns:p14="http://schemas.microsoft.com/office/powerpoint/2010/main" val="105095923"/>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A716B8D-B1DF-3583-E8AA-01B278839463}"/>
              </a:ext>
            </a:extLst>
          </p:cNvPr>
          <p:cNvSpPr>
            <a:spLocks noGrp="1"/>
          </p:cNvSpPr>
          <p:nvPr>
            <p:ph type="title"/>
          </p:nvPr>
        </p:nvSpPr>
        <p:spPr>
          <a:xfrm>
            <a:off x="1184841" y="202276"/>
            <a:ext cx="10168128" cy="1179576"/>
          </a:xfrm>
        </p:spPr>
        <p:txBody>
          <a:bodyPr/>
          <a:lstStyle/>
          <a:p>
            <a:r>
              <a:rPr lang="es-MX" dirty="0"/>
              <a:t>Que es un estándar de competencia</a:t>
            </a:r>
          </a:p>
        </p:txBody>
      </p:sp>
      <p:sp>
        <p:nvSpPr>
          <p:cNvPr id="3" name="Marcador de contenido 2">
            <a:extLst>
              <a:ext uri="{FF2B5EF4-FFF2-40B4-BE49-F238E27FC236}">
                <a16:creationId xmlns:a16="http://schemas.microsoft.com/office/drawing/2014/main" id="{2C6EB431-63DD-EC2E-AEC5-1953DF89F763}"/>
              </a:ext>
            </a:extLst>
          </p:cNvPr>
          <p:cNvSpPr>
            <a:spLocks noGrp="1"/>
          </p:cNvSpPr>
          <p:nvPr>
            <p:ph idx="1"/>
          </p:nvPr>
        </p:nvSpPr>
        <p:spPr>
          <a:xfrm>
            <a:off x="387927" y="1066801"/>
            <a:ext cx="11139055" cy="5105400"/>
          </a:xfrm>
        </p:spPr>
        <p:txBody>
          <a:bodyPr>
            <a:noAutofit/>
          </a:bodyPr>
          <a:lstStyle/>
          <a:p>
            <a:pPr algn="l"/>
            <a:r>
              <a:rPr lang="es-MX" sz="2400" b="0" i="0" u="none" strike="noStrike" dirty="0">
                <a:solidFill>
                  <a:srgbClr val="000000"/>
                </a:solidFill>
                <a:effectLst/>
                <a:latin typeface="Söhne"/>
              </a:rPr>
              <a:t>CONOCER es el Consejo Nacional de Normalización y Certificación de Competencias Laborales de México. Este organismo se encarga de establecer estándares de competencia, que son conjuntos de criterios y especificaciones que definen los conocimientos, habilidades, y aptitudes que una persona debe poseer para desempeñar de manera efectiva una ocupación o tarea específica en el ámbito laboral. Estos estándares son utilizados para evaluar y certificar las competencias de los trabajadores en México.</a:t>
            </a:r>
          </a:p>
          <a:p>
            <a:pPr algn="l"/>
            <a:r>
              <a:rPr lang="es-MX" sz="2400" b="0" i="0" u="none" strike="noStrike" dirty="0">
                <a:solidFill>
                  <a:srgbClr val="000000"/>
                </a:solidFill>
                <a:effectLst/>
                <a:latin typeface="Söhne"/>
              </a:rPr>
              <a:t>Los estándares de competencia de CONOCER son esenciales para garantizar la calidad y la uniformidad en la capacitación y la evaluación de los trabajadores en diferentes sectores y ocupaciones. Permiten a las empresas, instituciones educativas y organismos de certificación medir de manera objetiva las habilidades y conocimientos de los trabajadores, lo que facilita la selección, contratación y desarrollo de personal calificado.</a:t>
            </a:r>
          </a:p>
          <a:p>
            <a:endParaRPr lang="es-MX" sz="2400" dirty="0"/>
          </a:p>
        </p:txBody>
      </p:sp>
    </p:spTree>
    <p:extLst>
      <p:ext uri="{BB962C8B-B14F-4D97-AF65-F5344CB8AC3E}">
        <p14:creationId xmlns:p14="http://schemas.microsoft.com/office/powerpoint/2010/main" val="4059903252"/>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67E2FBDD-C975-205B-4739-156AD41105B9}"/>
              </a:ext>
            </a:extLst>
          </p:cNvPr>
          <p:cNvSpPr>
            <a:spLocks noGrp="1"/>
          </p:cNvSpPr>
          <p:nvPr>
            <p:ph idx="1"/>
          </p:nvPr>
        </p:nvSpPr>
        <p:spPr>
          <a:xfrm>
            <a:off x="484909" y="886691"/>
            <a:ext cx="10798787" cy="5285509"/>
          </a:xfrm>
        </p:spPr>
        <p:txBody>
          <a:bodyPr>
            <a:normAutofit/>
          </a:bodyPr>
          <a:lstStyle/>
          <a:p>
            <a:pPr algn="l"/>
            <a:r>
              <a:rPr lang="es-MX" b="0" i="0" u="none" strike="noStrike" dirty="0">
                <a:solidFill>
                  <a:srgbClr val="000000"/>
                </a:solidFill>
                <a:effectLst/>
                <a:latin typeface="Söhne"/>
              </a:rPr>
              <a:t>Los estándares de competencia son desarrollados mediante un proceso riguroso que involucra a expertos en el campo laboral correspondiente, y se actualizan periódicamente para reflejar los cambios en las prácticas y tecnologías laborales. Además, CONOCER trabaja en estrecha colaboración con diferentes sectores económicos para asegurarse de que los estándares se ajusten a las necesidades cambiantes de la industria.</a:t>
            </a:r>
          </a:p>
          <a:p>
            <a:pPr algn="l"/>
            <a:r>
              <a:rPr lang="es-MX" b="0" i="0" u="none" strike="noStrike" dirty="0">
                <a:solidFill>
                  <a:srgbClr val="000000"/>
                </a:solidFill>
                <a:effectLst/>
                <a:latin typeface="Söhne"/>
              </a:rPr>
              <a:t>En resumen, un estándar de competencia de CONOCER es un conjunto de criterios que definen las habilidades y conocimientos necesarios para desempeñar una ocupación o tarea específica de manera efectiva, y juega un papel fundamental en la evaluación y certificación de competencias laborales en México.</a:t>
            </a:r>
          </a:p>
          <a:p>
            <a:endParaRPr lang="es-MX" dirty="0"/>
          </a:p>
        </p:txBody>
      </p:sp>
    </p:spTree>
    <p:extLst>
      <p:ext uri="{BB962C8B-B14F-4D97-AF65-F5344CB8AC3E}">
        <p14:creationId xmlns:p14="http://schemas.microsoft.com/office/powerpoint/2010/main" val="1597717616"/>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480F15E-6A39-312D-0BED-3CF8DC9D5F5A}"/>
              </a:ext>
            </a:extLst>
          </p:cNvPr>
          <p:cNvSpPr>
            <a:spLocks noGrp="1"/>
          </p:cNvSpPr>
          <p:nvPr>
            <p:ph type="title"/>
          </p:nvPr>
        </p:nvSpPr>
        <p:spPr/>
        <p:txBody>
          <a:bodyPr/>
          <a:lstStyle/>
          <a:p>
            <a:r>
              <a:rPr lang="es-MX" dirty="0"/>
              <a:t>DESCRIPCION 	DEL EC 1375</a:t>
            </a:r>
          </a:p>
        </p:txBody>
      </p:sp>
      <p:sp>
        <p:nvSpPr>
          <p:cNvPr id="3" name="Marcador de contenido 2">
            <a:extLst>
              <a:ext uri="{FF2B5EF4-FFF2-40B4-BE49-F238E27FC236}">
                <a16:creationId xmlns:a16="http://schemas.microsoft.com/office/drawing/2014/main" id="{F738026C-882E-DDFE-921B-467709109C6C}"/>
              </a:ext>
            </a:extLst>
          </p:cNvPr>
          <p:cNvSpPr>
            <a:spLocks noGrp="1"/>
          </p:cNvSpPr>
          <p:nvPr>
            <p:ph idx="1"/>
          </p:nvPr>
        </p:nvSpPr>
        <p:spPr>
          <a:xfrm>
            <a:off x="526473" y="1728217"/>
            <a:ext cx="11263745" cy="4443984"/>
          </a:xfrm>
        </p:spPr>
        <p:txBody>
          <a:bodyPr>
            <a:normAutofit fontScale="70000" lnSpcReduction="20000"/>
          </a:bodyPr>
          <a:lstStyle/>
          <a:p>
            <a:r>
              <a:rPr lang="es-MX" sz="4000" dirty="0">
                <a:effectLst/>
                <a:latin typeface="ArialMT"/>
              </a:rPr>
              <a:t>El Estándar de Competencia describe los desempeños que realiza una persona al prestar servicios auxiliares en las prácticas que contribuyen de manera tradicional y complementaria a la recuperación de las condiciones físicas y socioemocionales de las personas, desde la preparación del espacio, la recepción y preparación del usuario, la toma de signos vitales, la introducción al tipo de contribución tradicional y complementaria, así como el seguimiento al servicio prestado. Aunado a ello, establece los conocimientos teóricos básicos con los que debe contar una persona que realiza la función. </a:t>
            </a:r>
            <a:endParaRPr lang="es-MX" sz="4000" dirty="0"/>
          </a:p>
          <a:p>
            <a:r>
              <a:rPr lang="es-MX" sz="4000" dirty="0">
                <a:effectLst/>
                <a:latin typeface="ArialMT"/>
              </a:rPr>
              <a:t>Este EC se fundamenta en criterios rectores de legalidad, competitividad, libre acceso, respeto, trabajo digno y responsabilidad social. </a:t>
            </a:r>
            <a:endParaRPr lang="es-MX" sz="4000" dirty="0"/>
          </a:p>
          <a:p>
            <a:endParaRPr lang="es-MX" dirty="0"/>
          </a:p>
        </p:txBody>
      </p:sp>
    </p:spTree>
    <p:extLst>
      <p:ext uri="{BB962C8B-B14F-4D97-AF65-F5344CB8AC3E}">
        <p14:creationId xmlns:p14="http://schemas.microsoft.com/office/powerpoint/2010/main" val="2052716391"/>
      </p:ext>
    </p:extLst>
  </p:cSld>
  <p:clrMapOvr>
    <a:masterClrMapping/>
  </p:clrMapOvr>
  <p:transition spd="slow">
    <p:wip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C2E4518-1B79-D2B1-E13C-A1EA8387C485}"/>
              </a:ext>
            </a:extLst>
          </p:cNvPr>
          <p:cNvSpPr>
            <a:spLocks noGrp="1"/>
          </p:cNvSpPr>
          <p:nvPr>
            <p:ph type="title"/>
          </p:nvPr>
        </p:nvSpPr>
        <p:spPr/>
        <p:txBody>
          <a:bodyPr/>
          <a:lstStyle/>
          <a:p>
            <a:r>
              <a:rPr lang="es-MX" dirty="0"/>
              <a:t>NIVEL</a:t>
            </a:r>
          </a:p>
        </p:txBody>
      </p:sp>
      <p:sp>
        <p:nvSpPr>
          <p:cNvPr id="3" name="Marcador de contenido 2">
            <a:extLst>
              <a:ext uri="{FF2B5EF4-FFF2-40B4-BE49-F238E27FC236}">
                <a16:creationId xmlns:a16="http://schemas.microsoft.com/office/drawing/2014/main" id="{1E7F8BF5-3B98-EC42-1BA2-B94B159E98A4}"/>
              </a:ext>
            </a:extLst>
          </p:cNvPr>
          <p:cNvSpPr>
            <a:spLocks noGrp="1"/>
          </p:cNvSpPr>
          <p:nvPr>
            <p:ph idx="1"/>
          </p:nvPr>
        </p:nvSpPr>
        <p:spPr>
          <a:xfrm>
            <a:off x="775855" y="1981200"/>
            <a:ext cx="10507841" cy="4191000"/>
          </a:xfrm>
        </p:spPr>
        <p:txBody>
          <a:bodyPr/>
          <a:lstStyle/>
          <a:p>
            <a:r>
              <a:rPr lang="es-MX" sz="3200" dirty="0">
                <a:effectLst/>
                <a:latin typeface="ArialMT"/>
              </a:rPr>
              <a:t>Tres </a:t>
            </a:r>
            <a:endParaRPr lang="es-MX" sz="3200" dirty="0"/>
          </a:p>
          <a:p>
            <a:r>
              <a:rPr lang="es-MX" sz="3200" dirty="0">
                <a:effectLst/>
                <a:latin typeface="ArialMT"/>
              </a:rPr>
              <a:t>Desempeña actividades que en la misma proporción pueden ser rutinarias e impredecibles. Depende de las instrucciones de un superior. Se coordina, para realizar sus actividades, con compañeros de trabajo del mismo nivel. </a:t>
            </a:r>
            <a:endParaRPr lang="es-MX" sz="3200" dirty="0"/>
          </a:p>
          <a:p>
            <a:pPr marL="0" indent="0">
              <a:buNone/>
            </a:pPr>
            <a:endParaRPr lang="es-MX" dirty="0"/>
          </a:p>
        </p:txBody>
      </p:sp>
    </p:spTree>
    <p:extLst>
      <p:ext uri="{BB962C8B-B14F-4D97-AF65-F5344CB8AC3E}">
        <p14:creationId xmlns:p14="http://schemas.microsoft.com/office/powerpoint/2010/main" val="1929763450"/>
      </p:ext>
    </p:extLst>
  </p:cSld>
  <p:clrMapOvr>
    <a:masterClrMapping/>
  </p:clrMapOvr>
  <p:transition spd="slow">
    <p:push dir="u"/>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83F7F2B-AFF2-1AE0-C36C-256492C34DE5}"/>
              </a:ext>
            </a:extLst>
          </p:cNvPr>
          <p:cNvSpPr>
            <a:spLocks noGrp="1"/>
          </p:cNvSpPr>
          <p:nvPr>
            <p:ph type="title"/>
          </p:nvPr>
        </p:nvSpPr>
        <p:spPr/>
        <p:txBody>
          <a:bodyPr/>
          <a:lstStyle/>
          <a:p>
            <a:r>
              <a:rPr lang="es-MX" dirty="0"/>
              <a:t>COMITE</a:t>
            </a:r>
          </a:p>
        </p:txBody>
      </p:sp>
      <p:sp>
        <p:nvSpPr>
          <p:cNvPr id="3" name="Marcador de contenido 2">
            <a:extLst>
              <a:ext uri="{FF2B5EF4-FFF2-40B4-BE49-F238E27FC236}">
                <a16:creationId xmlns:a16="http://schemas.microsoft.com/office/drawing/2014/main" id="{DA53A7C9-D645-30BA-F867-6EC06B3A50E9}"/>
              </a:ext>
            </a:extLst>
          </p:cNvPr>
          <p:cNvSpPr>
            <a:spLocks noGrp="1"/>
          </p:cNvSpPr>
          <p:nvPr>
            <p:ph idx="1"/>
          </p:nvPr>
        </p:nvSpPr>
        <p:spPr/>
        <p:txBody>
          <a:bodyPr/>
          <a:lstStyle/>
          <a:p>
            <a:r>
              <a:rPr lang="es-MX" sz="4400" dirty="0">
                <a:effectLst/>
                <a:latin typeface="ArialMT"/>
              </a:rPr>
              <a:t>De Saberes de Pueblos Originarios (Huehuetlamatiliztli) </a:t>
            </a:r>
            <a:endParaRPr lang="es-MX" sz="4400" dirty="0"/>
          </a:p>
          <a:p>
            <a:endParaRPr lang="es-MX" dirty="0"/>
          </a:p>
        </p:txBody>
      </p:sp>
    </p:spTree>
    <p:extLst>
      <p:ext uri="{BB962C8B-B14F-4D97-AF65-F5344CB8AC3E}">
        <p14:creationId xmlns:p14="http://schemas.microsoft.com/office/powerpoint/2010/main" val="1563547530"/>
      </p:ext>
    </p:extLst>
  </p:cSld>
  <p:clrMapOvr>
    <a:masterClrMapping/>
  </p:clrMapOvr>
  <p:transition spd="slow">
    <p:push dir="u"/>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2F06F7D-2965-0C04-CF75-446999656329}"/>
              </a:ext>
            </a:extLst>
          </p:cNvPr>
          <p:cNvSpPr>
            <a:spLocks noGrp="1"/>
          </p:cNvSpPr>
          <p:nvPr>
            <p:ph type="title"/>
          </p:nvPr>
        </p:nvSpPr>
        <p:spPr/>
        <p:txBody>
          <a:bodyPr/>
          <a:lstStyle/>
          <a:p>
            <a:r>
              <a:rPr lang="es-MX" dirty="0"/>
              <a:t>FECHA DE PUBLICACION EN EL DOF</a:t>
            </a:r>
          </a:p>
        </p:txBody>
      </p:sp>
      <p:sp>
        <p:nvSpPr>
          <p:cNvPr id="3" name="Marcador de contenido 2">
            <a:extLst>
              <a:ext uri="{FF2B5EF4-FFF2-40B4-BE49-F238E27FC236}">
                <a16:creationId xmlns:a16="http://schemas.microsoft.com/office/drawing/2014/main" id="{3B515822-26C4-65F4-E974-6826CAE0D2B7}"/>
              </a:ext>
            </a:extLst>
          </p:cNvPr>
          <p:cNvSpPr>
            <a:spLocks noGrp="1"/>
          </p:cNvSpPr>
          <p:nvPr>
            <p:ph idx="1"/>
          </p:nvPr>
        </p:nvSpPr>
        <p:spPr/>
        <p:txBody>
          <a:bodyPr/>
          <a:lstStyle/>
          <a:p>
            <a:r>
              <a:rPr lang="es-MX" sz="5400" dirty="0">
                <a:effectLst/>
                <a:latin typeface="ArialMT"/>
              </a:rPr>
              <a:t>13 de julio de 2021 </a:t>
            </a:r>
            <a:endParaRPr lang="es-MX" sz="5400" dirty="0"/>
          </a:p>
          <a:p>
            <a:endParaRPr lang="es-MX" dirty="0"/>
          </a:p>
        </p:txBody>
      </p:sp>
    </p:spTree>
    <p:extLst>
      <p:ext uri="{BB962C8B-B14F-4D97-AF65-F5344CB8AC3E}">
        <p14:creationId xmlns:p14="http://schemas.microsoft.com/office/powerpoint/2010/main" val="2746394203"/>
      </p:ext>
    </p:extLst>
  </p:cSld>
  <p:clrMapOvr>
    <a:masterClrMapping/>
  </p:clrMapOvr>
  <p:transition spd="slow">
    <p:push dir="u"/>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ED7EEC08-6324-B6C9-B862-8FCD158397DB}"/>
              </a:ext>
            </a:extLst>
          </p:cNvPr>
          <p:cNvSpPr>
            <a:spLocks noGrp="1"/>
          </p:cNvSpPr>
          <p:nvPr>
            <p:ph idx="1"/>
          </p:nvPr>
        </p:nvSpPr>
        <p:spPr>
          <a:xfrm>
            <a:off x="429491" y="581891"/>
            <a:ext cx="11358557" cy="5873993"/>
          </a:xfrm>
        </p:spPr>
        <p:txBody>
          <a:bodyPr>
            <a:normAutofit/>
          </a:bodyPr>
          <a:lstStyle/>
          <a:p>
            <a:r>
              <a:rPr lang="es-MX" dirty="0"/>
              <a:t>VIGENCIA : 5 años</a:t>
            </a:r>
          </a:p>
          <a:p>
            <a:r>
              <a:rPr lang="es-MX" dirty="0"/>
              <a:t> DIRIGIDO A :</a:t>
            </a:r>
          </a:p>
          <a:p>
            <a:r>
              <a:rPr lang="es-MX" dirty="0"/>
              <a:t>Auxiliares en enfermería y paramédicos </a:t>
            </a:r>
          </a:p>
          <a:p>
            <a:r>
              <a:rPr lang="es-MX" dirty="0"/>
              <a:t>Curandero, hierberos y hueseros</a:t>
            </a:r>
          </a:p>
          <a:p>
            <a:r>
              <a:rPr lang="es-MX" dirty="0"/>
              <a:t>Ocupaciones asociadas</a:t>
            </a:r>
          </a:p>
          <a:p>
            <a:r>
              <a:rPr lang="es-MX" dirty="0"/>
              <a:t>Asistente médico Asistente y auxiliar dental</a:t>
            </a:r>
          </a:p>
          <a:p>
            <a:r>
              <a:rPr lang="es-MX" dirty="0"/>
              <a:t>Asistente para servicios del bienestar integral físico y socioemocional</a:t>
            </a:r>
          </a:p>
          <a:p>
            <a:r>
              <a:rPr lang="es-MX" dirty="0"/>
              <a:t>Asistente en servicios tradicionales y complementarios</a:t>
            </a:r>
          </a:p>
        </p:txBody>
      </p:sp>
    </p:spTree>
    <p:extLst>
      <p:ext uri="{BB962C8B-B14F-4D97-AF65-F5344CB8AC3E}">
        <p14:creationId xmlns:p14="http://schemas.microsoft.com/office/powerpoint/2010/main" val="2451804279"/>
      </p:ext>
    </p:extLst>
  </p:cSld>
  <p:clrMapOvr>
    <a:masterClrMapping/>
  </p:clrMapOvr>
  <p:transition spd="slow">
    <p:wip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3065CD3-C1D3-0ED7-5E32-5B5CF90C5F82}"/>
              </a:ext>
            </a:extLst>
          </p:cNvPr>
          <p:cNvSpPr>
            <a:spLocks noGrp="1"/>
          </p:cNvSpPr>
          <p:nvPr>
            <p:ph type="title"/>
          </p:nvPr>
        </p:nvSpPr>
        <p:spPr/>
        <p:txBody>
          <a:bodyPr>
            <a:normAutofit fontScale="90000"/>
          </a:bodyPr>
          <a:lstStyle/>
          <a:p>
            <a:r>
              <a:rPr lang="es-MX" dirty="0"/>
              <a:t>Clasificación según el sistema de Clasificación Industrial de América del Norte (SCIAN)</a:t>
            </a:r>
            <a:br>
              <a:rPr lang="es-MX" dirty="0"/>
            </a:br>
            <a:endParaRPr lang="es-MX" dirty="0"/>
          </a:p>
        </p:txBody>
      </p:sp>
      <p:sp>
        <p:nvSpPr>
          <p:cNvPr id="3" name="Marcador de contenido 2">
            <a:extLst>
              <a:ext uri="{FF2B5EF4-FFF2-40B4-BE49-F238E27FC236}">
                <a16:creationId xmlns:a16="http://schemas.microsoft.com/office/drawing/2014/main" id="{C4A3EF9C-6CD8-61C2-264E-21ED3260793F}"/>
              </a:ext>
            </a:extLst>
          </p:cNvPr>
          <p:cNvSpPr>
            <a:spLocks noGrp="1"/>
          </p:cNvSpPr>
          <p:nvPr>
            <p:ph idx="1"/>
          </p:nvPr>
        </p:nvSpPr>
        <p:spPr>
          <a:xfrm>
            <a:off x="443345" y="2050473"/>
            <a:ext cx="11305310" cy="4258887"/>
          </a:xfrm>
        </p:spPr>
        <p:txBody>
          <a:bodyPr>
            <a:normAutofit/>
          </a:bodyPr>
          <a:lstStyle/>
          <a:p>
            <a:r>
              <a:rPr lang="es-MX" dirty="0"/>
              <a:t>Sector:   Servicios de salud y asistencia social</a:t>
            </a:r>
          </a:p>
          <a:p>
            <a:r>
              <a:rPr lang="es-MX" dirty="0"/>
              <a:t>Subsector:</a:t>
            </a:r>
          </a:p>
          <a:p>
            <a:r>
              <a:rPr lang="es-MX" dirty="0"/>
              <a:t>621 Servicios médicos de consulta externa y servicios relacionados</a:t>
            </a:r>
          </a:p>
          <a:p>
            <a:r>
              <a:rPr lang="es-MX" dirty="0"/>
              <a:t>Rama</a:t>
            </a:r>
          </a:p>
          <a:p>
            <a:r>
              <a:rPr lang="es-MX" dirty="0"/>
              <a:t>6213 Otros consultorios para el cuidado de la salud</a:t>
            </a:r>
          </a:p>
          <a:p>
            <a:r>
              <a:rPr lang="es-MX" dirty="0"/>
              <a:t>Subrama</a:t>
            </a:r>
          </a:p>
          <a:p>
            <a:r>
              <a:rPr lang="es-MX" dirty="0"/>
              <a:t>62131 Consultorios de quiropráctica</a:t>
            </a:r>
          </a:p>
          <a:p>
            <a:r>
              <a:rPr lang="es-MX" dirty="0"/>
              <a:t>62139 Otros consultorios para el cuidado de la salud</a:t>
            </a:r>
          </a:p>
          <a:p>
            <a:endParaRPr lang="es-MX" dirty="0"/>
          </a:p>
        </p:txBody>
      </p:sp>
    </p:spTree>
    <p:extLst>
      <p:ext uri="{BB962C8B-B14F-4D97-AF65-F5344CB8AC3E}">
        <p14:creationId xmlns:p14="http://schemas.microsoft.com/office/powerpoint/2010/main" val="3244146959"/>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5527D01-AEE2-5C12-AA67-4DB1CA8D1973}"/>
              </a:ext>
            </a:extLst>
          </p:cNvPr>
          <p:cNvSpPr>
            <a:spLocks noGrp="1"/>
          </p:cNvSpPr>
          <p:nvPr>
            <p:ph type="title"/>
          </p:nvPr>
        </p:nvSpPr>
        <p:spPr/>
        <p:txBody>
          <a:bodyPr>
            <a:normAutofit fontScale="90000"/>
          </a:bodyPr>
          <a:lstStyle/>
          <a:p>
            <a:r>
              <a:rPr lang="es-MX" dirty="0"/>
              <a:t>Ocupaciones no contenidas en el Sistema Nacional de Clasificación de Ocupaciones y reconocidas en el Sector para este EC</a:t>
            </a:r>
            <a:br>
              <a:rPr lang="es-MX" dirty="0"/>
            </a:br>
            <a:endParaRPr lang="es-MX" dirty="0"/>
          </a:p>
        </p:txBody>
      </p:sp>
      <p:sp>
        <p:nvSpPr>
          <p:cNvPr id="3" name="Marcador de contenido 2">
            <a:extLst>
              <a:ext uri="{FF2B5EF4-FFF2-40B4-BE49-F238E27FC236}">
                <a16:creationId xmlns:a16="http://schemas.microsoft.com/office/drawing/2014/main" id="{C311499C-61C9-EEB0-0639-A53822066662}"/>
              </a:ext>
            </a:extLst>
          </p:cNvPr>
          <p:cNvSpPr>
            <a:spLocks noGrp="1"/>
          </p:cNvSpPr>
          <p:nvPr>
            <p:ph idx="1"/>
          </p:nvPr>
        </p:nvSpPr>
        <p:spPr>
          <a:xfrm>
            <a:off x="568036" y="2230582"/>
            <a:ext cx="10715660" cy="3941618"/>
          </a:xfrm>
        </p:spPr>
        <p:txBody>
          <a:bodyPr>
            <a:normAutofit/>
          </a:bodyPr>
          <a:lstStyle/>
          <a:p>
            <a:r>
              <a:rPr lang="es-MX" sz="3600" dirty="0"/>
              <a:t>Asistente para servicios del bienestar integral físico y socioemocional</a:t>
            </a:r>
          </a:p>
          <a:p>
            <a:r>
              <a:rPr lang="es-MX" sz="3600" dirty="0"/>
              <a:t>Asistente en servicios tradicionales y complementarios</a:t>
            </a:r>
          </a:p>
        </p:txBody>
      </p:sp>
    </p:spTree>
    <p:extLst>
      <p:ext uri="{BB962C8B-B14F-4D97-AF65-F5344CB8AC3E}">
        <p14:creationId xmlns:p14="http://schemas.microsoft.com/office/powerpoint/2010/main" val="1322233309"/>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85489FF-C3B6-7B07-637B-0593368625FA}"/>
              </a:ext>
            </a:extLst>
          </p:cNvPr>
          <p:cNvSpPr>
            <a:spLocks noGrp="1"/>
          </p:cNvSpPr>
          <p:nvPr>
            <p:ph type="title"/>
          </p:nvPr>
        </p:nvSpPr>
        <p:spPr/>
        <p:txBody>
          <a:bodyPr/>
          <a:lstStyle/>
          <a:p>
            <a:r>
              <a:rPr lang="es-MX" dirty="0"/>
              <a:t>ESTANDARES RELACIONADOS</a:t>
            </a:r>
          </a:p>
        </p:txBody>
      </p:sp>
      <p:sp>
        <p:nvSpPr>
          <p:cNvPr id="3" name="Marcador de contenido 2">
            <a:extLst>
              <a:ext uri="{FF2B5EF4-FFF2-40B4-BE49-F238E27FC236}">
                <a16:creationId xmlns:a16="http://schemas.microsoft.com/office/drawing/2014/main" id="{47245DC6-42FB-A682-85F9-4D36FE517B4D}"/>
              </a:ext>
            </a:extLst>
          </p:cNvPr>
          <p:cNvSpPr>
            <a:spLocks noGrp="1"/>
          </p:cNvSpPr>
          <p:nvPr>
            <p:ph idx="1"/>
          </p:nvPr>
        </p:nvSpPr>
        <p:spPr>
          <a:xfrm>
            <a:off x="526473" y="1728217"/>
            <a:ext cx="10898019" cy="4981056"/>
          </a:xfrm>
        </p:spPr>
        <p:txBody>
          <a:bodyPr>
            <a:normAutofit/>
          </a:bodyPr>
          <a:lstStyle/>
          <a:p>
            <a:r>
              <a:rPr lang="es-MX" sz="2400" dirty="0">
                <a:latin typeface="Abadi" panose="020F0502020204030204" pitchFamily="34" charset="0"/>
                <a:cs typeface="Aharoni" panose="02010803020104030203" pitchFamily="2" charset="-79"/>
              </a:rPr>
              <a:t>APLICACIÓN DE MASAJE HOLÍSTICO</a:t>
            </a:r>
          </a:p>
          <a:p>
            <a:r>
              <a:rPr lang="es-MX" sz="1800" dirty="0">
                <a:latin typeface="Abadi" panose="020F0502020204030204" pitchFamily="34" charset="0"/>
                <a:cs typeface="Aharoni" panose="02010803020104030203" pitchFamily="2" charset="-79"/>
              </a:rPr>
              <a:t>  </a:t>
            </a:r>
            <a:r>
              <a:rPr lang="es-MX" sz="3200" dirty="0">
                <a:latin typeface="Abadi" panose="020F0502020204030204" pitchFamily="34" charset="0"/>
                <a:cs typeface="Aharoni" panose="02010803020104030203" pitchFamily="2" charset="-79"/>
              </a:rPr>
              <a:t>APLICACIÓN DE MASAJE SUECO</a:t>
            </a:r>
          </a:p>
          <a:p>
            <a:r>
              <a:rPr lang="es-MX" sz="3200" baseline="30000" dirty="0">
                <a:solidFill>
                  <a:srgbClr val="000000"/>
                </a:solidFill>
                <a:latin typeface="Abadi" panose="020F0502020204030204" pitchFamily="34" charset="0"/>
                <a:cs typeface="Aharoni" panose="02010803020104030203" pitchFamily="2" charset="-79"/>
              </a:rPr>
              <a:t>APLICACIÓN DE MASAJE SHIATSU• </a:t>
            </a:r>
          </a:p>
          <a:p>
            <a:r>
              <a:rPr lang="es-MX" sz="3200" baseline="30000" dirty="0">
                <a:solidFill>
                  <a:srgbClr val="000000"/>
                </a:solidFill>
                <a:latin typeface="Abadi" panose="020F0502020204030204" pitchFamily="34" charset="0"/>
                <a:cs typeface="Aharoni" panose="02010803020104030203" pitchFamily="2" charset="-79"/>
              </a:rPr>
              <a:t>APLICACIÓN DE MASAJE DRENAJE LINFÁTICO MANUAL</a:t>
            </a:r>
          </a:p>
          <a:p>
            <a:r>
              <a:rPr lang="es-MX" sz="3200" baseline="30000" dirty="0">
                <a:solidFill>
                  <a:srgbClr val="000000"/>
                </a:solidFill>
                <a:latin typeface="Abadi" panose="020F0502020204030204" pitchFamily="34" charset="0"/>
                <a:cs typeface="Aharoni" panose="02010803020104030203" pitchFamily="2" charset="-79"/>
              </a:rPr>
              <a:t>APLICACIÓN DE MASAJE AYURVEDA ABHYANGA</a:t>
            </a:r>
          </a:p>
          <a:p>
            <a:r>
              <a:rPr lang="es-MX" sz="3200" baseline="30000" dirty="0">
                <a:solidFill>
                  <a:srgbClr val="000000"/>
                </a:solidFill>
                <a:latin typeface="Abadi" panose="020F0502020204030204" pitchFamily="34" charset="0"/>
                <a:cs typeface="Aharoni" panose="02010803020104030203" pitchFamily="2" charset="-79"/>
              </a:rPr>
              <a:t> PRESTACIÓN DE SERVICIOS COSMETOLÓGICOS FACIALES</a:t>
            </a:r>
          </a:p>
          <a:p>
            <a:r>
              <a:rPr lang="es-MX" sz="3200" baseline="30000" dirty="0">
                <a:solidFill>
                  <a:srgbClr val="000000"/>
                </a:solidFill>
                <a:latin typeface="Abadi" panose="020F0502020204030204" pitchFamily="34" charset="0"/>
                <a:cs typeface="Aharoni" panose="02010803020104030203" pitchFamily="2" charset="-79"/>
              </a:rPr>
              <a:t>•PROMOCIÓN DE LOS PROGRAMAS PÚBLICOS DE SALUD EN LA POBLACIÓN HABLANTE DE LENGUA INDÍGENA</a:t>
            </a:r>
            <a:endParaRPr lang="es-MX" sz="3200" dirty="0">
              <a:latin typeface="Abadi" panose="020F0502020204030204" pitchFamily="34" charset="0"/>
              <a:cs typeface="Aharoni" panose="02010803020104030203" pitchFamily="2" charset="-79"/>
            </a:endParaRPr>
          </a:p>
          <a:p>
            <a:r>
              <a:rPr lang="es-MX" sz="2400" dirty="0">
                <a:latin typeface="Abadi" panose="020F0502020204030204" pitchFamily="34" charset="0"/>
                <a:cs typeface="Aharoni" panose="02010803020104030203" pitchFamily="2" charset="-79"/>
              </a:rPr>
              <a:t>APLICACIÓN DE MASAJE TEJIDO PROFUNDO</a:t>
            </a:r>
          </a:p>
        </p:txBody>
      </p:sp>
    </p:spTree>
    <p:extLst>
      <p:ext uri="{BB962C8B-B14F-4D97-AF65-F5344CB8AC3E}">
        <p14:creationId xmlns:p14="http://schemas.microsoft.com/office/powerpoint/2010/main" val="3648331852"/>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96FE9F7-71A9-6532-6F73-C2CD76DDE269}"/>
              </a:ext>
            </a:extLst>
          </p:cNvPr>
          <p:cNvSpPr>
            <a:spLocks noGrp="1"/>
          </p:cNvSpPr>
          <p:nvPr>
            <p:ph type="title"/>
          </p:nvPr>
        </p:nvSpPr>
        <p:spPr/>
        <p:txBody>
          <a:bodyPr/>
          <a:lstStyle/>
          <a:p>
            <a:r>
              <a:rPr lang="es-MX" dirty="0"/>
              <a:t>Preguntas hasta aqui</a:t>
            </a:r>
          </a:p>
        </p:txBody>
      </p:sp>
    </p:spTree>
    <p:extLst>
      <p:ext uri="{BB962C8B-B14F-4D97-AF65-F5344CB8AC3E}">
        <p14:creationId xmlns:p14="http://schemas.microsoft.com/office/powerpoint/2010/main" val="2442263829"/>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1ACE204-7CEE-BEF2-F9FC-99F64926ADB4}"/>
              </a:ext>
            </a:extLst>
          </p:cNvPr>
          <p:cNvSpPr>
            <a:spLocks noGrp="1"/>
          </p:cNvSpPr>
          <p:nvPr>
            <p:ph type="title"/>
          </p:nvPr>
        </p:nvSpPr>
        <p:spPr/>
        <p:txBody>
          <a:bodyPr/>
          <a:lstStyle/>
          <a:p>
            <a:r>
              <a:rPr lang="es-MX" dirty="0"/>
              <a:t>Aspectos relevantes de la evalucion</a:t>
            </a:r>
          </a:p>
        </p:txBody>
      </p:sp>
      <p:sp>
        <p:nvSpPr>
          <p:cNvPr id="3" name="Marcador de contenido 2">
            <a:extLst>
              <a:ext uri="{FF2B5EF4-FFF2-40B4-BE49-F238E27FC236}">
                <a16:creationId xmlns:a16="http://schemas.microsoft.com/office/drawing/2014/main" id="{BEF74294-D334-BB63-EF45-D56DB8382E57}"/>
              </a:ext>
            </a:extLst>
          </p:cNvPr>
          <p:cNvSpPr>
            <a:spLocks noGrp="1"/>
          </p:cNvSpPr>
          <p:nvPr>
            <p:ph idx="1"/>
          </p:nvPr>
        </p:nvSpPr>
        <p:spPr>
          <a:xfrm>
            <a:off x="415636" y="2175164"/>
            <a:ext cx="10868060" cy="3997036"/>
          </a:xfrm>
        </p:spPr>
        <p:txBody>
          <a:bodyPr>
            <a:normAutofit/>
          </a:bodyPr>
          <a:lstStyle/>
          <a:p>
            <a:pPr marL="0" indent="0">
              <a:buNone/>
            </a:pPr>
            <a:r>
              <a:rPr lang="es-MX" sz="3600" dirty="0">
                <a:effectLst/>
                <a:latin typeface="ArialMT"/>
              </a:rPr>
              <a:t>Para demostrar la competencia en este EC, se recomienda que se lleve a cabo en el lugar de trabajo y durante su jornada laboral; sin embargo, pudiera realizarse de forma simulada si el área de evaluación cuenta con los materiales, insumos e infraestructura, para llevar a cabo el desarrollo de todos los criterios de evaluación referidos en el EC </a:t>
            </a:r>
            <a:endParaRPr lang="es-MX" sz="3600" dirty="0"/>
          </a:p>
          <a:p>
            <a:endParaRPr lang="es-MX" dirty="0"/>
          </a:p>
        </p:txBody>
      </p:sp>
    </p:spTree>
    <p:extLst>
      <p:ext uri="{BB962C8B-B14F-4D97-AF65-F5344CB8AC3E}">
        <p14:creationId xmlns:p14="http://schemas.microsoft.com/office/powerpoint/2010/main" val="1102342889"/>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4C29AAB-A8AB-D6C9-9C9B-4465A6B43456}"/>
              </a:ext>
            </a:extLst>
          </p:cNvPr>
          <p:cNvSpPr>
            <a:spLocks noGrp="1"/>
          </p:cNvSpPr>
          <p:nvPr>
            <p:ph type="title"/>
          </p:nvPr>
        </p:nvSpPr>
        <p:spPr>
          <a:xfrm>
            <a:off x="612648" y="1078992"/>
            <a:ext cx="6268770" cy="1536192"/>
          </a:xfrm>
        </p:spPr>
        <p:txBody>
          <a:bodyPr anchor="b">
            <a:normAutofit/>
          </a:bodyPr>
          <a:lstStyle/>
          <a:p>
            <a:r>
              <a:rPr lang="es-MX" sz="5200"/>
              <a:t>APOYOS Y REQUIRIMIENTOS</a:t>
            </a:r>
          </a:p>
        </p:txBody>
      </p:sp>
      <p:sp>
        <p:nvSpPr>
          <p:cNvPr id="3" name="Marcador de contenido 2">
            <a:extLst>
              <a:ext uri="{FF2B5EF4-FFF2-40B4-BE49-F238E27FC236}">
                <a16:creationId xmlns:a16="http://schemas.microsoft.com/office/drawing/2014/main" id="{77E1F66B-3D5F-3C24-7B9E-F038A4F47B59}"/>
              </a:ext>
            </a:extLst>
          </p:cNvPr>
          <p:cNvSpPr>
            <a:spLocks noGrp="1"/>
          </p:cNvSpPr>
          <p:nvPr>
            <p:ph idx="1"/>
          </p:nvPr>
        </p:nvSpPr>
        <p:spPr>
          <a:xfrm>
            <a:off x="615458" y="3355848"/>
            <a:ext cx="6268770" cy="2825496"/>
          </a:xfrm>
        </p:spPr>
        <p:txBody>
          <a:bodyPr>
            <a:normAutofit/>
          </a:bodyPr>
          <a:lstStyle/>
          <a:p>
            <a:pPr marL="0" indent="0">
              <a:buNone/>
            </a:pPr>
            <a:r>
              <a:rPr lang="es-MX" sz="1800">
                <a:effectLst/>
                <a:latin typeface="SymbolMT"/>
              </a:rPr>
              <a:t>• </a:t>
            </a:r>
            <a:r>
              <a:rPr lang="es-MX" sz="1800">
                <a:effectLst/>
                <a:latin typeface="ArialMT"/>
              </a:rPr>
              <a:t>Es necesario contar como mínimo con los siguientes materiales para poder poner en práctica el EC: Escritorio/mesa para la atención al usuario, sillas, lavabo de manos, mesa de apoyo para herramientas y materiales, banco de altura, báscula, archivero/computadora, baumanómetro, oxímetro, estandímetro, termómetro digital, música ambiental para relajación y perchero. Áreas de recepción y de atención. </a:t>
            </a:r>
            <a:endParaRPr lang="es-MX" sz="1800"/>
          </a:p>
          <a:p>
            <a:endParaRPr lang="es-MX" sz="1800"/>
          </a:p>
        </p:txBody>
      </p:sp>
      <p:pic>
        <p:nvPicPr>
          <p:cNvPr id="5" name="Picture 4" descr="Protoboard electrónico">
            <a:extLst>
              <a:ext uri="{FF2B5EF4-FFF2-40B4-BE49-F238E27FC236}">
                <a16:creationId xmlns:a16="http://schemas.microsoft.com/office/drawing/2014/main" id="{A04A58EA-1E4E-36CA-258F-DAD8AE96857E}"/>
              </a:ext>
            </a:extLst>
          </p:cNvPr>
          <p:cNvPicPr>
            <a:picLocks noChangeAspect="1"/>
          </p:cNvPicPr>
          <p:nvPr/>
        </p:nvPicPr>
        <p:blipFill rotWithShape="1">
          <a:blip r:embed="rId2"/>
          <a:srcRect l="11059" r="45063" b="-1"/>
          <a:stretch/>
        </p:blipFill>
        <p:spPr>
          <a:xfrm>
            <a:off x="7684006" y="10"/>
            <a:ext cx="4507993" cy="6857990"/>
          </a:xfrm>
          <a:prstGeom prst="rect">
            <a:avLst/>
          </a:prstGeom>
        </p:spPr>
      </p:pic>
    </p:spTree>
    <p:extLst>
      <p:ext uri="{BB962C8B-B14F-4D97-AF65-F5344CB8AC3E}">
        <p14:creationId xmlns:p14="http://schemas.microsoft.com/office/powerpoint/2010/main" val="763142286"/>
      </p:ext>
    </p:extLst>
  </p:cSld>
  <p:clrMapOvr>
    <a:masterClrMapping/>
  </p:clrMapOvr>
  <p:transition spd="slow">
    <p:randomBar dir="vert"/>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258FBCD-D715-768A-2615-59D6ADC31DCD}"/>
              </a:ext>
            </a:extLst>
          </p:cNvPr>
          <p:cNvSpPr>
            <a:spLocks noGrp="1"/>
          </p:cNvSpPr>
          <p:nvPr>
            <p:ph type="title"/>
          </p:nvPr>
        </p:nvSpPr>
        <p:spPr>
          <a:xfrm>
            <a:off x="612648" y="1078992"/>
            <a:ext cx="6268770" cy="1536192"/>
          </a:xfrm>
        </p:spPr>
        <p:txBody>
          <a:bodyPr anchor="b">
            <a:normAutofit/>
          </a:bodyPr>
          <a:lstStyle/>
          <a:p>
            <a:r>
              <a:rPr lang="es-MX" sz="5200"/>
              <a:t>Duracion de la evaluacion</a:t>
            </a:r>
          </a:p>
        </p:txBody>
      </p:sp>
      <p:sp>
        <p:nvSpPr>
          <p:cNvPr id="3" name="Marcador de contenido 2">
            <a:extLst>
              <a:ext uri="{FF2B5EF4-FFF2-40B4-BE49-F238E27FC236}">
                <a16:creationId xmlns:a16="http://schemas.microsoft.com/office/drawing/2014/main" id="{AF668317-E94E-BDD5-37A2-A2033058A527}"/>
              </a:ext>
            </a:extLst>
          </p:cNvPr>
          <p:cNvSpPr>
            <a:spLocks noGrp="1"/>
          </p:cNvSpPr>
          <p:nvPr>
            <p:ph idx="1"/>
          </p:nvPr>
        </p:nvSpPr>
        <p:spPr>
          <a:xfrm>
            <a:off x="615458" y="3355848"/>
            <a:ext cx="6268770" cy="2825496"/>
          </a:xfrm>
        </p:spPr>
        <p:txBody>
          <a:bodyPr>
            <a:normAutofit/>
          </a:bodyPr>
          <a:lstStyle/>
          <a:p>
            <a:r>
              <a:rPr lang="es-MX" sz="1800">
                <a:effectLst/>
                <a:latin typeface="ArialMT"/>
              </a:rPr>
              <a:t>50 minutos en gabinete y 1 hora en campo, totalizando 1 hora 50 minutos. </a:t>
            </a:r>
            <a:endParaRPr lang="es-MX" sz="1800"/>
          </a:p>
          <a:p>
            <a:endParaRPr lang="es-MX" sz="1800"/>
          </a:p>
        </p:txBody>
      </p:sp>
      <p:pic>
        <p:nvPicPr>
          <p:cNvPr id="5" name="Picture 4" descr="Reloj de arena">
            <a:extLst>
              <a:ext uri="{FF2B5EF4-FFF2-40B4-BE49-F238E27FC236}">
                <a16:creationId xmlns:a16="http://schemas.microsoft.com/office/drawing/2014/main" id="{2D242B4A-79FA-D42A-88D0-2F127C732967}"/>
              </a:ext>
            </a:extLst>
          </p:cNvPr>
          <p:cNvPicPr>
            <a:picLocks noChangeAspect="1"/>
          </p:cNvPicPr>
          <p:nvPr/>
        </p:nvPicPr>
        <p:blipFill rotWithShape="1">
          <a:blip r:embed="rId2"/>
          <a:srcRect l="44352" r="8813" b="-1"/>
          <a:stretch/>
        </p:blipFill>
        <p:spPr>
          <a:xfrm>
            <a:off x="7684006" y="10"/>
            <a:ext cx="4507993" cy="6857990"/>
          </a:xfrm>
          <a:prstGeom prst="rect">
            <a:avLst/>
          </a:prstGeom>
        </p:spPr>
      </p:pic>
    </p:spTree>
    <p:extLst>
      <p:ext uri="{BB962C8B-B14F-4D97-AF65-F5344CB8AC3E}">
        <p14:creationId xmlns:p14="http://schemas.microsoft.com/office/powerpoint/2010/main" val="3584035090"/>
      </p:ext>
    </p:extLst>
  </p:cSld>
  <p:clrMapOvr>
    <a:masterClrMapping/>
  </p:clrMapOvr>
  <p:transition spd="slow">
    <p:randomBar dir="vert"/>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9D8EEDB-0DBC-74BD-9A21-ADDCE66F5ACD}"/>
              </a:ext>
            </a:extLst>
          </p:cNvPr>
          <p:cNvSpPr>
            <a:spLocks noGrp="1"/>
          </p:cNvSpPr>
          <p:nvPr>
            <p:ph type="title"/>
          </p:nvPr>
        </p:nvSpPr>
        <p:spPr>
          <a:xfrm>
            <a:off x="612648" y="1078992"/>
            <a:ext cx="6268770" cy="1536192"/>
          </a:xfrm>
        </p:spPr>
        <p:txBody>
          <a:bodyPr anchor="b">
            <a:normAutofit/>
          </a:bodyPr>
          <a:lstStyle/>
          <a:p>
            <a:r>
              <a:rPr lang="es-MX" sz="5200"/>
              <a:t>Referencias de informacion</a:t>
            </a:r>
          </a:p>
        </p:txBody>
      </p:sp>
      <p:sp>
        <p:nvSpPr>
          <p:cNvPr id="3" name="Marcador de contenido 2">
            <a:extLst>
              <a:ext uri="{FF2B5EF4-FFF2-40B4-BE49-F238E27FC236}">
                <a16:creationId xmlns:a16="http://schemas.microsoft.com/office/drawing/2014/main" id="{6590F7FD-DED0-9333-94BB-4ED9F4D20999}"/>
              </a:ext>
            </a:extLst>
          </p:cNvPr>
          <p:cNvSpPr>
            <a:spLocks noGrp="1"/>
          </p:cNvSpPr>
          <p:nvPr>
            <p:ph idx="1"/>
          </p:nvPr>
        </p:nvSpPr>
        <p:spPr>
          <a:xfrm>
            <a:off x="615458" y="3355848"/>
            <a:ext cx="6268770" cy="2825496"/>
          </a:xfrm>
        </p:spPr>
        <p:txBody>
          <a:bodyPr>
            <a:normAutofit/>
          </a:bodyPr>
          <a:lstStyle/>
          <a:p>
            <a:r>
              <a:rPr lang="es-MX" sz="1800">
                <a:effectLst/>
                <a:latin typeface="SymbolMT"/>
              </a:rPr>
              <a:t> </a:t>
            </a:r>
            <a:r>
              <a:rPr lang="es-MX" sz="1800">
                <a:effectLst/>
                <a:latin typeface="ArialMT"/>
              </a:rPr>
              <a:t>Guía de la OMS sobre Higiene de Manos en la Atención de la Salud, vigente.</a:t>
            </a:r>
            <a:br>
              <a:rPr lang="es-MX" sz="1800">
                <a:effectLst/>
                <a:latin typeface="ArialMT"/>
              </a:rPr>
            </a:br>
            <a:r>
              <a:rPr lang="es-MX" sz="1800">
                <a:effectLst/>
                <a:latin typeface="SymbolMT"/>
              </a:rPr>
              <a:t>• </a:t>
            </a:r>
            <a:r>
              <a:rPr lang="es-MX" sz="1800">
                <a:effectLst/>
                <a:latin typeface="ArialMT"/>
              </a:rPr>
              <a:t>NOM-087-ECOL-SSA1-2002. Protección ambiental - Salud ambiental - Residuos peligrosos biológico- infecciosos - Clasificación y especificaciones de manejo.</a:t>
            </a:r>
            <a:br>
              <a:rPr lang="es-MX" sz="1800">
                <a:effectLst/>
                <a:latin typeface="ArialMT"/>
              </a:rPr>
            </a:br>
            <a:r>
              <a:rPr lang="es-MX" sz="1800">
                <a:effectLst/>
                <a:latin typeface="SymbolMT"/>
              </a:rPr>
              <a:t>• </a:t>
            </a:r>
            <a:r>
              <a:rPr lang="es-MX" sz="1800">
                <a:effectLst/>
                <a:latin typeface="ArialMT"/>
              </a:rPr>
              <a:t>Ley Federal de Protección de Datos Personales en Posesión de Particulares. </a:t>
            </a:r>
            <a:endParaRPr lang="es-MX" sz="1800"/>
          </a:p>
          <a:p>
            <a:endParaRPr lang="es-MX" sz="1800"/>
          </a:p>
        </p:txBody>
      </p:sp>
      <p:pic>
        <p:nvPicPr>
          <p:cNvPr id="5" name="Picture 4" descr="Marca de exclamación sobre fondo amarillo">
            <a:extLst>
              <a:ext uri="{FF2B5EF4-FFF2-40B4-BE49-F238E27FC236}">
                <a16:creationId xmlns:a16="http://schemas.microsoft.com/office/drawing/2014/main" id="{B6C68315-CB33-1701-3E61-6491C3B249BC}"/>
              </a:ext>
            </a:extLst>
          </p:cNvPr>
          <p:cNvPicPr>
            <a:picLocks noChangeAspect="1"/>
          </p:cNvPicPr>
          <p:nvPr/>
        </p:nvPicPr>
        <p:blipFill rotWithShape="1">
          <a:blip r:embed="rId2"/>
          <a:srcRect l="31809" r="18891"/>
          <a:stretch/>
        </p:blipFill>
        <p:spPr>
          <a:xfrm>
            <a:off x="7684006" y="10"/>
            <a:ext cx="4507993" cy="6857990"/>
          </a:xfrm>
          <a:prstGeom prst="rect">
            <a:avLst/>
          </a:prstGeom>
        </p:spPr>
      </p:pic>
    </p:spTree>
    <p:extLst>
      <p:ext uri="{BB962C8B-B14F-4D97-AF65-F5344CB8AC3E}">
        <p14:creationId xmlns:p14="http://schemas.microsoft.com/office/powerpoint/2010/main" val="1254315010"/>
      </p:ext>
    </p:extLst>
  </p:cSld>
  <p:clrMapOvr>
    <a:masterClrMapping/>
  </p:clrMapOvr>
  <p:transition spd="slow">
    <p:randomBar dir="vert"/>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EEB28C6-0FE3-DFFD-3B77-779366488F5C}"/>
              </a:ext>
            </a:extLst>
          </p:cNvPr>
          <p:cNvSpPr>
            <a:spLocks noGrp="1"/>
          </p:cNvSpPr>
          <p:nvPr>
            <p:ph type="title"/>
          </p:nvPr>
        </p:nvSpPr>
        <p:spPr>
          <a:xfrm>
            <a:off x="841248" y="503132"/>
            <a:ext cx="10509504" cy="1974892"/>
          </a:xfrm>
        </p:spPr>
        <p:txBody>
          <a:bodyPr anchor="b">
            <a:normAutofit/>
          </a:bodyPr>
          <a:lstStyle/>
          <a:p>
            <a:r>
              <a:rPr lang="es-MX" sz="5400"/>
              <a:t>Perfil del estandar de competencia</a:t>
            </a:r>
          </a:p>
        </p:txBody>
      </p:sp>
      <p:sp>
        <p:nvSpPr>
          <p:cNvPr id="3" name="Marcador de contenido 2">
            <a:extLst>
              <a:ext uri="{FF2B5EF4-FFF2-40B4-BE49-F238E27FC236}">
                <a16:creationId xmlns:a16="http://schemas.microsoft.com/office/drawing/2014/main" id="{79BFAA4B-9379-9570-FFF8-189CC1FAFE02}"/>
              </a:ext>
            </a:extLst>
          </p:cNvPr>
          <p:cNvSpPr>
            <a:spLocks noGrp="1"/>
          </p:cNvSpPr>
          <p:nvPr>
            <p:ph idx="1"/>
          </p:nvPr>
        </p:nvSpPr>
        <p:spPr>
          <a:xfrm>
            <a:off x="841248" y="3328416"/>
            <a:ext cx="10509504" cy="2715768"/>
          </a:xfrm>
        </p:spPr>
        <p:txBody>
          <a:bodyPr>
            <a:normAutofit/>
          </a:bodyPr>
          <a:lstStyle/>
          <a:p>
            <a:r>
              <a:rPr lang="es-MX" sz="2000">
                <a:effectLst/>
                <a:latin typeface="ArialMT"/>
              </a:rPr>
              <a:t>Prestación de servicios auxiliares en la contribución tradicional y complementaria de la recuperación de las condiciones físicas y socioemocionales de las personas </a:t>
            </a:r>
            <a:endParaRPr lang="es-MX" sz="2000"/>
          </a:p>
          <a:p>
            <a:r>
              <a:rPr lang="es-MX" sz="2000"/>
              <a:t>  EC 01375</a:t>
            </a:r>
          </a:p>
        </p:txBody>
      </p:sp>
    </p:spTree>
    <p:extLst>
      <p:ext uri="{BB962C8B-B14F-4D97-AF65-F5344CB8AC3E}">
        <p14:creationId xmlns:p14="http://schemas.microsoft.com/office/powerpoint/2010/main" val="3998212776"/>
      </p:ext>
    </p:extLst>
  </p:cSld>
  <p:clrMapOvr>
    <a:masterClrMapping/>
  </p:clrMapOvr>
  <p:transition spd="slow">
    <p:randomBar dir="vert"/>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6BE7295-6ED1-0B8C-C0C2-18DF7D243D6A}"/>
              </a:ext>
            </a:extLst>
          </p:cNvPr>
          <p:cNvSpPr>
            <a:spLocks noGrp="1"/>
          </p:cNvSpPr>
          <p:nvPr>
            <p:ph type="title"/>
          </p:nvPr>
        </p:nvSpPr>
        <p:spPr>
          <a:xfrm>
            <a:off x="841248" y="256032"/>
            <a:ext cx="10506456" cy="1014984"/>
          </a:xfrm>
        </p:spPr>
        <p:txBody>
          <a:bodyPr anchor="b">
            <a:normAutofit/>
          </a:bodyPr>
          <a:lstStyle/>
          <a:p>
            <a:r>
              <a:rPr lang="es-MX" dirty="0"/>
              <a:t>Criterios de evaluacion</a:t>
            </a:r>
          </a:p>
        </p:txBody>
      </p:sp>
      <p:graphicFrame>
        <p:nvGraphicFramePr>
          <p:cNvPr id="5" name="Marcador de contenido 2">
            <a:extLst>
              <a:ext uri="{FF2B5EF4-FFF2-40B4-BE49-F238E27FC236}">
                <a16:creationId xmlns:a16="http://schemas.microsoft.com/office/drawing/2014/main" id="{45DE39E8-24F9-5C94-656B-F068EBA73419}"/>
              </a:ext>
            </a:extLst>
          </p:cNvPr>
          <p:cNvGraphicFramePr>
            <a:graphicFrameLocks noGrp="1"/>
          </p:cNvGraphicFramePr>
          <p:nvPr>
            <p:ph idx="1"/>
          </p:nvPr>
        </p:nvGraphicFramePr>
        <p:xfrm>
          <a:off x="838200" y="1926266"/>
          <a:ext cx="10515600" cy="43575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93385933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EA46F1FD-8105-D744-CC7D-7C953B65EEA6}"/>
              </a:ext>
            </a:extLst>
          </p:cNvPr>
          <p:cNvSpPr>
            <a:spLocks noGrp="1"/>
          </p:cNvSpPr>
          <p:nvPr>
            <p:ph idx="1"/>
          </p:nvPr>
        </p:nvSpPr>
        <p:spPr>
          <a:xfrm>
            <a:off x="5434149" y="932688"/>
            <a:ext cx="5916603" cy="4992624"/>
          </a:xfrm>
        </p:spPr>
        <p:txBody>
          <a:bodyPr anchor="ctr">
            <a:normAutofit/>
          </a:bodyPr>
          <a:lstStyle/>
          <a:p>
            <a:pPr>
              <a:lnSpc>
                <a:spcPct val="100000"/>
              </a:lnSpc>
            </a:pPr>
            <a:r>
              <a:rPr lang="es-MX" sz="1600" b="1">
                <a:effectLst/>
                <a:latin typeface="Arial" panose="020B0604020202020204" pitchFamily="34" charset="0"/>
              </a:rPr>
              <a:t>Elemento 1 de 4 </a:t>
            </a:r>
            <a:endParaRPr lang="es-MX" sz="1600"/>
          </a:p>
          <a:p>
            <a:pPr>
              <a:lnSpc>
                <a:spcPct val="100000"/>
              </a:lnSpc>
            </a:pPr>
            <a:r>
              <a:rPr lang="es-MX" sz="1600">
                <a:effectLst/>
                <a:latin typeface="ArialMT"/>
              </a:rPr>
              <a:t>Preparar el espacio en la contribución tradicional y complementaria de la recuperación de las condiciones físicas y socioemocionales de las personas </a:t>
            </a:r>
            <a:endParaRPr lang="es-MX" sz="1600"/>
          </a:p>
          <a:p>
            <a:pPr>
              <a:lnSpc>
                <a:spcPct val="100000"/>
              </a:lnSpc>
            </a:pPr>
            <a:r>
              <a:rPr lang="es-MX" sz="1600" b="1">
                <a:effectLst/>
                <a:latin typeface="Arial" panose="020B0604020202020204" pitchFamily="34" charset="0"/>
              </a:rPr>
              <a:t>Elemento 2 de 4 </a:t>
            </a:r>
            <a:endParaRPr lang="es-MX" sz="1600"/>
          </a:p>
          <a:p>
            <a:pPr>
              <a:lnSpc>
                <a:spcPct val="100000"/>
              </a:lnSpc>
            </a:pPr>
            <a:r>
              <a:rPr lang="es-MX" sz="1600">
                <a:effectLst/>
                <a:latin typeface="ArialMT"/>
              </a:rPr>
              <a:t>Preparar al usuario para la contribución tradicional y complementaria de la recuperación de las condiciones físicas y socioemocionales de las personas </a:t>
            </a:r>
            <a:endParaRPr lang="es-MX" sz="1600"/>
          </a:p>
          <a:p>
            <a:pPr>
              <a:lnSpc>
                <a:spcPct val="100000"/>
              </a:lnSpc>
            </a:pPr>
            <a:r>
              <a:rPr lang="es-MX" sz="1600" b="1">
                <a:effectLst/>
                <a:latin typeface="Arial" panose="020B0604020202020204" pitchFamily="34" charset="0"/>
              </a:rPr>
              <a:t>Elemento 3 de 4 </a:t>
            </a:r>
            <a:endParaRPr lang="es-MX" sz="1600"/>
          </a:p>
          <a:p>
            <a:pPr>
              <a:lnSpc>
                <a:spcPct val="100000"/>
              </a:lnSpc>
            </a:pPr>
            <a:r>
              <a:rPr lang="es-MX" sz="1600">
                <a:effectLst/>
                <a:latin typeface="ArialMT"/>
              </a:rPr>
              <a:t>Introducir al usuario a la contribución tradicional y complementaria de la recuperación de las condiciones físicas y socioemocionales de las personas </a:t>
            </a:r>
            <a:endParaRPr lang="es-MX" sz="1600"/>
          </a:p>
          <a:p>
            <a:pPr>
              <a:lnSpc>
                <a:spcPct val="100000"/>
              </a:lnSpc>
            </a:pPr>
            <a:r>
              <a:rPr lang="es-MX" sz="1600" b="1">
                <a:effectLst/>
                <a:latin typeface="Arial" panose="020B0604020202020204" pitchFamily="34" charset="0"/>
              </a:rPr>
              <a:t>Elemento 4 de 4 </a:t>
            </a:r>
            <a:endParaRPr lang="es-MX" sz="1600"/>
          </a:p>
          <a:p>
            <a:pPr>
              <a:lnSpc>
                <a:spcPct val="100000"/>
              </a:lnSpc>
            </a:pPr>
            <a:r>
              <a:rPr lang="es-MX" sz="1600">
                <a:effectLst/>
                <a:latin typeface="ArialMT"/>
              </a:rPr>
              <a:t>Dar seguimiento al usuario en la contribución tradicional y complementaria de la recuperación de las condiciones físicas y socioemocionales de las personas </a:t>
            </a:r>
            <a:endParaRPr lang="es-MX" sz="1600"/>
          </a:p>
          <a:p>
            <a:pPr>
              <a:lnSpc>
                <a:spcPct val="100000"/>
              </a:lnSpc>
            </a:pPr>
            <a:endParaRPr lang="es-MX" sz="1600"/>
          </a:p>
        </p:txBody>
      </p:sp>
    </p:spTree>
    <p:extLst>
      <p:ext uri="{BB962C8B-B14F-4D97-AF65-F5344CB8AC3E}">
        <p14:creationId xmlns:p14="http://schemas.microsoft.com/office/powerpoint/2010/main" val="328682325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F9DF396-9BE2-26B9-F657-E7736833C42B}"/>
              </a:ext>
            </a:extLst>
          </p:cNvPr>
          <p:cNvSpPr>
            <a:spLocks noGrp="1"/>
          </p:cNvSpPr>
          <p:nvPr>
            <p:ph type="title"/>
          </p:nvPr>
        </p:nvSpPr>
        <p:spPr>
          <a:xfrm>
            <a:off x="955964" y="540327"/>
            <a:ext cx="10327732" cy="1187889"/>
          </a:xfrm>
        </p:spPr>
        <p:txBody>
          <a:bodyPr/>
          <a:lstStyle/>
          <a:p>
            <a:r>
              <a:rPr lang="es-MX" dirty="0"/>
              <a:t>Desempeños</a:t>
            </a:r>
          </a:p>
        </p:txBody>
      </p:sp>
      <p:sp>
        <p:nvSpPr>
          <p:cNvPr id="3" name="Marcador de contenido 2">
            <a:extLst>
              <a:ext uri="{FF2B5EF4-FFF2-40B4-BE49-F238E27FC236}">
                <a16:creationId xmlns:a16="http://schemas.microsoft.com/office/drawing/2014/main" id="{18512067-9E51-FDA3-7D38-67895F35F4A7}"/>
              </a:ext>
            </a:extLst>
          </p:cNvPr>
          <p:cNvSpPr>
            <a:spLocks noGrp="1"/>
          </p:cNvSpPr>
          <p:nvPr>
            <p:ph idx="1"/>
          </p:nvPr>
        </p:nvSpPr>
        <p:spPr>
          <a:xfrm>
            <a:off x="387927" y="1427018"/>
            <a:ext cx="11554691" cy="4745183"/>
          </a:xfrm>
        </p:spPr>
        <p:txBody>
          <a:bodyPr>
            <a:normAutofit/>
          </a:bodyPr>
          <a:lstStyle/>
          <a:p>
            <a:pPr marL="0" indent="0">
              <a:buNone/>
            </a:pPr>
            <a:endParaRPr lang="es-MX" sz="2200" dirty="0"/>
          </a:p>
          <a:p>
            <a:r>
              <a:rPr lang="es-MX" sz="2200" dirty="0">
                <a:effectLst/>
                <a:latin typeface="ArialMT"/>
              </a:rPr>
              <a:t>1. Realiza los protocolos de seguridad sanitaria: </a:t>
            </a:r>
            <a:endParaRPr lang="es-MX" sz="2200" dirty="0"/>
          </a:p>
          <a:p>
            <a:pPr>
              <a:buFont typeface="Arial" panose="020B0604020202020204" pitchFamily="34" charset="0"/>
              <a:buChar char="•"/>
            </a:pPr>
            <a:r>
              <a:rPr lang="es-MX" sz="2200" dirty="0">
                <a:effectLst/>
                <a:latin typeface="ArialMT"/>
              </a:rPr>
              <a:t>Antes de recibir al usuario, </a:t>
            </a:r>
            <a:endParaRPr lang="es-MX" sz="2200" dirty="0">
              <a:effectLst/>
              <a:latin typeface="SymbolMT"/>
            </a:endParaRPr>
          </a:p>
          <a:p>
            <a:pPr>
              <a:buFont typeface="Arial" panose="020B0604020202020204" pitchFamily="34" charset="0"/>
              <a:buChar char="•"/>
            </a:pPr>
            <a:r>
              <a:rPr lang="es-MX" sz="2200" dirty="0">
                <a:effectLst/>
                <a:latin typeface="ArialMT"/>
              </a:rPr>
              <a:t>Lavándose las manos, conforme al protocolo señalado por la Organización Mundial de la </a:t>
            </a:r>
            <a:endParaRPr lang="es-MX" sz="2200" dirty="0">
              <a:effectLst/>
              <a:latin typeface="SymbolMT"/>
            </a:endParaRPr>
          </a:p>
          <a:p>
            <a:pPr>
              <a:buFont typeface="Arial" panose="020B0604020202020204" pitchFamily="34" charset="0"/>
              <a:buChar char="•"/>
            </a:pPr>
            <a:r>
              <a:rPr lang="es-MX" sz="2200" dirty="0">
                <a:effectLst/>
                <a:latin typeface="ArialMT"/>
              </a:rPr>
              <a:t>Salud, </a:t>
            </a:r>
            <a:endParaRPr lang="es-MX" sz="2200" dirty="0">
              <a:effectLst/>
              <a:latin typeface="SymbolMT"/>
            </a:endParaRPr>
          </a:p>
          <a:p>
            <a:pPr>
              <a:buFont typeface="Arial" panose="020B0604020202020204" pitchFamily="34" charset="0"/>
              <a:buChar char="•"/>
            </a:pPr>
            <a:r>
              <a:rPr lang="es-MX" sz="2200" dirty="0">
                <a:effectLst/>
                <a:latin typeface="ArialMT"/>
              </a:rPr>
              <a:t>Colocándose cubrebocas de tipo quirúrgico de triple capa, de acuerdo con las </a:t>
            </a:r>
            <a:r>
              <a:rPr lang="es-MX" sz="2200" dirty="0">
                <a:latin typeface="SymbolMT"/>
              </a:rPr>
              <a:t> </a:t>
            </a:r>
            <a:r>
              <a:rPr lang="es-MX" sz="2200" dirty="0">
                <a:effectLst/>
                <a:latin typeface="ArialMT"/>
              </a:rPr>
              <a:t>recomendaciones de uso de la Secretaría de Salud, </a:t>
            </a:r>
            <a:endParaRPr lang="es-MX" sz="2200" dirty="0">
              <a:effectLst/>
              <a:latin typeface="SymbolMT"/>
            </a:endParaRPr>
          </a:p>
          <a:p>
            <a:pPr>
              <a:buFont typeface="Arial" panose="020B0604020202020204" pitchFamily="34" charset="0"/>
              <a:buChar char="•"/>
            </a:pPr>
            <a:r>
              <a:rPr lang="es-MX" sz="2200" dirty="0">
                <a:effectLst/>
                <a:latin typeface="ArialMT"/>
              </a:rPr>
              <a:t>Colocando tapete sanitizante con solución desinfectante al ingreso del inmueble, </a:t>
            </a:r>
            <a:endParaRPr lang="es-MX" sz="2200" dirty="0">
              <a:effectLst/>
              <a:latin typeface="SymbolMT"/>
            </a:endParaRPr>
          </a:p>
          <a:p>
            <a:pPr>
              <a:buFont typeface="Arial" panose="020B0604020202020204" pitchFamily="34" charset="0"/>
              <a:buChar char="•"/>
            </a:pPr>
            <a:r>
              <a:rPr lang="es-MX" sz="2200" dirty="0">
                <a:effectLst/>
                <a:latin typeface="ArialMT"/>
              </a:rPr>
              <a:t>Disponiendo de gel antibacterial para el ingreso del inmueble, y </a:t>
            </a:r>
            <a:endParaRPr lang="es-MX" sz="2200" dirty="0">
              <a:effectLst/>
              <a:latin typeface="SymbolMT"/>
            </a:endParaRPr>
          </a:p>
          <a:p>
            <a:pPr>
              <a:buFont typeface="Arial" panose="020B0604020202020204" pitchFamily="34" charset="0"/>
              <a:buChar char="•"/>
            </a:pPr>
            <a:r>
              <a:rPr lang="es-MX" sz="2200" dirty="0">
                <a:effectLst/>
                <a:latin typeface="ArialMT"/>
              </a:rPr>
              <a:t>Disponiendo de termómetro digital para el ingreso del inmueble. </a:t>
            </a:r>
            <a:endParaRPr lang="es-MX" sz="2200" dirty="0">
              <a:effectLst/>
              <a:latin typeface="SymbolMT"/>
            </a:endParaRPr>
          </a:p>
          <a:p>
            <a:endParaRPr lang="es-MX" dirty="0"/>
          </a:p>
        </p:txBody>
      </p:sp>
    </p:spTree>
    <p:extLst>
      <p:ext uri="{BB962C8B-B14F-4D97-AF65-F5344CB8AC3E}">
        <p14:creationId xmlns:p14="http://schemas.microsoft.com/office/powerpoint/2010/main" val="1458626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6F66E6C-F65F-250E-EFA5-5B8B911984D0}"/>
              </a:ext>
            </a:extLst>
          </p:cNvPr>
          <p:cNvSpPr>
            <a:spLocks noGrp="1"/>
          </p:cNvSpPr>
          <p:nvPr>
            <p:ph type="title"/>
          </p:nvPr>
        </p:nvSpPr>
        <p:spPr>
          <a:xfrm>
            <a:off x="1115568" y="261297"/>
            <a:ext cx="10168128" cy="1179576"/>
          </a:xfrm>
        </p:spPr>
        <p:txBody>
          <a:bodyPr/>
          <a:lstStyle/>
          <a:p>
            <a:r>
              <a:rPr lang="es-MX" dirty="0"/>
              <a:t>Productos</a:t>
            </a:r>
          </a:p>
        </p:txBody>
      </p:sp>
      <p:sp>
        <p:nvSpPr>
          <p:cNvPr id="3" name="Marcador de contenido 2">
            <a:extLst>
              <a:ext uri="{FF2B5EF4-FFF2-40B4-BE49-F238E27FC236}">
                <a16:creationId xmlns:a16="http://schemas.microsoft.com/office/drawing/2014/main" id="{1B722F63-9103-41BF-126F-693062201E8B}"/>
              </a:ext>
            </a:extLst>
          </p:cNvPr>
          <p:cNvSpPr>
            <a:spLocks noGrp="1"/>
          </p:cNvSpPr>
          <p:nvPr>
            <p:ph idx="1"/>
          </p:nvPr>
        </p:nvSpPr>
        <p:spPr>
          <a:xfrm>
            <a:off x="263235" y="1440873"/>
            <a:ext cx="11402292" cy="5209309"/>
          </a:xfrm>
        </p:spPr>
        <p:txBody>
          <a:bodyPr>
            <a:normAutofit lnSpcReduction="10000"/>
          </a:bodyPr>
          <a:lstStyle/>
          <a:p>
            <a:pPr marL="0" indent="0">
              <a:buNone/>
            </a:pPr>
            <a:r>
              <a:rPr lang="es-MX" sz="2200" dirty="0">
                <a:solidFill>
                  <a:srgbClr val="7030A0"/>
                </a:solidFill>
                <a:effectLst/>
                <a:latin typeface="ArialMT"/>
              </a:rPr>
              <a:t>1 .-El espacio acondicionado para otorgar el servicio de las técnicas tradicionales y complementarias: </a:t>
            </a:r>
            <a:endParaRPr lang="es-MX" sz="2200" dirty="0">
              <a:solidFill>
                <a:srgbClr val="7030A0"/>
              </a:solidFill>
            </a:endParaRPr>
          </a:p>
          <a:p>
            <a:pPr>
              <a:buFont typeface="Arial" panose="020B0604020202020204" pitchFamily="34" charset="0"/>
              <a:buChar char="•"/>
            </a:pPr>
            <a:r>
              <a:rPr lang="es-MX" sz="2200" dirty="0">
                <a:effectLst/>
                <a:latin typeface="ArialMT"/>
              </a:rPr>
              <a:t>Dispone del material, herramientas, mobiliario y equipo suficientes para otorgar el servicio, </a:t>
            </a:r>
            <a:endParaRPr lang="es-MX" sz="2200" dirty="0">
              <a:effectLst/>
              <a:latin typeface="SymbolMT"/>
            </a:endParaRPr>
          </a:p>
          <a:p>
            <a:pPr>
              <a:buFont typeface="Arial" panose="020B0604020202020204" pitchFamily="34" charset="0"/>
              <a:buChar char="•"/>
            </a:pPr>
            <a:r>
              <a:rPr lang="es-MX" sz="2200" dirty="0">
                <a:effectLst/>
                <a:latin typeface="ArialMT"/>
              </a:rPr>
              <a:t>Cuenta con el espacio suficiente para el desplazamiento libre y a distancia entre el usuario y quien otorga el servicio, </a:t>
            </a:r>
            <a:endParaRPr lang="es-MX" sz="2200" dirty="0">
              <a:effectLst/>
              <a:latin typeface="SymbolMT"/>
            </a:endParaRPr>
          </a:p>
          <a:p>
            <a:pPr>
              <a:buFont typeface="Arial" panose="020B0604020202020204" pitchFamily="34" charset="0"/>
              <a:buChar char="•"/>
            </a:pPr>
            <a:r>
              <a:rPr lang="es-MX" sz="2200" dirty="0">
                <a:effectLst/>
                <a:latin typeface="ArialMT"/>
              </a:rPr>
              <a:t>Cuenta con archivero/medio digital para el resguardo de la documentación del usuario, </a:t>
            </a:r>
            <a:endParaRPr lang="es-MX" sz="2200" dirty="0">
              <a:effectLst/>
              <a:latin typeface="SymbolMT"/>
            </a:endParaRPr>
          </a:p>
          <a:p>
            <a:pPr>
              <a:buFont typeface="Arial" panose="020B0604020202020204" pitchFamily="34" charset="0"/>
              <a:buChar char="•"/>
            </a:pPr>
            <a:r>
              <a:rPr lang="es-MX" sz="2200" dirty="0">
                <a:effectLst/>
                <a:latin typeface="ArialMT"/>
              </a:rPr>
              <a:t>Está ventilado y sin corrientes de aire, </a:t>
            </a:r>
            <a:endParaRPr lang="es-MX" sz="2200" dirty="0">
              <a:effectLst/>
              <a:latin typeface="SymbolMT"/>
            </a:endParaRPr>
          </a:p>
          <a:p>
            <a:pPr>
              <a:buFont typeface="Arial" panose="020B0604020202020204" pitchFamily="34" charset="0"/>
              <a:buChar char="•"/>
            </a:pPr>
            <a:r>
              <a:rPr lang="es-MX" sz="2200" dirty="0">
                <a:effectLst/>
                <a:latin typeface="ArialMT"/>
              </a:rPr>
              <a:t>Cuenta con energía eléctrica e iluminación natural, </a:t>
            </a:r>
            <a:endParaRPr lang="es-MX" sz="2200" dirty="0">
              <a:effectLst/>
              <a:latin typeface="SymbolMT"/>
            </a:endParaRPr>
          </a:p>
          <a:p>
            <a:pPr>
              <a:buFont typeface="Arial" panose="020B0604020202020204" pitchFamily="34" charset="0"/>
              <a:buChar char="•"/>
            </a:pPr>
            <a:r>
              <a:rPr lang="es-MX" sz="2200" dirty="0">
                <a:effectLst/>
                <a:latin typeface="ArialMT"/>
              </a:rPr>
              <a:t>Presenta colores claros en las paredes y techo, </a:t>
            </a:r>
            <a:endParaRPr lang="es-MX" sz="2200" dirty="0">
              <a:effectLst/>
              <a:latin typeface="SymbolMT"/>
            </a:endParaRPr>
          </a:p>
          <a:p>
            <a:pPr>
              <a:buFont typeface="Arial" panose="020B0604020202020204" pitchFamily="34" charset="0"/>
              <a:buChar char="•"/>
            </a:pPr>
            <a:r>
              <a:rPr lang="es-MX" sz="2200" dirty="0">
                <a:effectLst/>
                <a:latin typeface="ArialMT"/>
              </a:rPr>
              <a:t>Dispone de depósitos para desechar basura orgánica e inorgánica, </a:t>
            </a:r>
            <a:endParaRPr lang="es-MX" sz="2200" dirty="0">
              <a:effectLst/>
              <a:latin typeface="SymbolMT"/>
            </a:endParaRPr>
          </a:p>
          <a:p>
            <a:pPr>
              <a:buFont typeface="Arial" panose="020B0604020202020204" pitchFamily="34" charset="0"/>
              <a:buChar char="•"/>
            </a:pPr>
            <a:r>
              <a:rPr lang="es-MX" sz="2200" dirty="0">
                <a:effectLst/>
                <a:latin typeface="ArialMT"/>
              </a:rPr>
              <a:t>Dispone de depósitos para desechar residuos peligrosos biológicos-infecciosos de acuerdo con la NOM-087-ECOL-SSA1-2002, y </a:t>
            </a:r>
            <a:endParaRPr lang="es-MX" sz="2200" dirty="0">
              <a:effectLst/>
              <a:latin typeface="SymbolMT"/>
            </a:endParaRPr>
          </a:p>
          <a:p>
            <a:pPr>
              <a:buFont typeface="Arial" panose="020B0604020202020204" pitchFamily="34" charset="0"/>
              <a:buChar char="•"/>
            </a:pPr>
            <a:r>
              <a:rPr lang="es-MX" sz="2200" dirty="0">
                <a:effectLst/>
                <a:latin typeface="ArialMT"/>
              </a:rPr>
              <a:t>Cuenta con un lugar específico para que los usuarios coloquen sus pertenencias. </a:t>
            </a:r>
            <a:endParaRPr lang="es-MX" sz="2200" dirty="0">
              <a:effectLst/>
              <a:latin typeface="SymbolMT"/>
            </a:endParaRPr>
          </a:p>
          <a:p>
            <a:endParaRPr lang="es-MX" dirty="0"/>
          </a:p>
        </p:txBody>
      </p:sp>
    </p:spTree>
    <p:extLst>
      <p:ext uri="{BB962C8B-B14F-4D97-AF65-F5344CB8AC3E}">
        <p14:creationId xmlns:p14="http://schemas.microsoft.com/office/powerpoint/2010/main" val="2104401152"/>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BA085C6A-605A-662E-57B5-CBC29C9D69D4}"/>
              </a:ext>
            </a:extLst>
          </p:cNvPr>
          <p:cNvSpPr>
            <a:spLocks noGrp="1"/>
          </p:cNvSpPr>
          <p:nvPr>
            <p:ph idx="1"/>
          </p:nvPr>
        </p:nvSpPr>
        <p:spPr>
          <a:xfrm>
            <a:off x="826265" y="1663547"/>
            <a:ext cx="10457431" cy="4508653"/>
          </a:xfrm>
        </p:spPr>
        <p:txBody>
          <a:bodyPr>
            <a:normAutofit/>
          </a:bodyPr>
          <a:lstStyle/>
          <a:p>
            <a:r>
              <a:rPr lang="es-MX" dirty="0">
                <a:solidFill>
                  <a:srgbClr val="7030A0"/>
                </a:solidFill>
                <a:effectLst/>
                <a:latin typeface="ArialMT"/>
              </a:rPr>
              <a:t>2. Las herramientas y materiales de trabajo seleccionados</a:t>
            </a:r>
            <a:r>
              <a:rPr lang="es-MX" dirty="0">
                <a:effectLst/>
                <a:latin typeface="ArialMT"/>
              </a:rPr>
              <a:t>: </a:t>
            </a:r>
            <a:endParaRPr lang="es-MX" dirty="0"/>
          </a:p>
          <a:p>
            <a:pPr>
              <a:buFont typeface="Arial" panose="020B0604020202020204" pitchFamily="34" charset="0"/>
              <a:buChar char="•"/>
            </a:pPr>
            <a:r>
              <a:rPr lang="es-MX" dirty="0">
                <a:effectLst/>
                <a:latin typeface="ArialMT"/>
              </a:rPr>
              <a:t>Están limpias y desinfectadas/sanitizadas, </a:t>
            </a:r>
            <a:endParaRPr lang="es-MX" dirty="0">
              <a:effectLst/>
              <a:latin typeface="SymbolMT"/>
            </a:endParaRPr>
          </a:p>
          <a:p>
            <a:pPr>
              <a:buFont typeface="Arial" panose="020B0604020202020204" pitchFamily="34" charset="0"/>
              <a:buChar char="•"/>
            </a:pPr>
            <a:r>
              <a:rPr lang="es-MX" dirty="0">
                <a:effectLst/>
                <a:latin typeface="ArialMT"/>
              </a:rPr>
              <a:t>Se encuentran disponibles y en condiciones para su uso, </a:t>
            </a:r>
            <a:endParaRPr lang="es-MX" dirty="0">
              <a:effectLst/>
              <a:latin typeface="SymbolMT"/>
            </a:endParaRPr>
          </a:p>
          <a:p>
            <a:pPr>
              <a:buFont typeface="Arial" panose="020B0604020202020204" pitchFamily="34" charset="0"/>
              <a:buChar char="•"/>
            </a:pPr>
            <a:r>
              <a:rPr lang="es-MX" dirty="0">
                <a:effectLst/>
                <a:latin typeface="ArialMT"/>
              </a:rPr>
              <a:t>Están contenidas en estuches/depósitos/contenedores que las protejan de contaminantes  ambientales, y Tienen las especificaciones de uso/vigencia/ garantía/condiciones  de operación de la empresa o proveedor.</a:t>
            </a:r>
            <a:br>
              <a:rPr lang="es-MX" sz="1800" dirty="0">
                <a:effectLst/>
                <a:latin typeface="ArialMT"/>
              </a:rPr>
            </a:br>
            <a:endParaRPr lang="es-MX" sz="1800" dirty="0">
              <a:effectLst/>
              <a:latin typeface="SymbolMT"/>
            </a:endParaRPr>
          </a:p>
          <a:p>
            <a:endParaRPr lang="es-MX" dirty="0"/>
          </a:p>
        </p:txBody>
      </p:sp>
    </p:spTree>
    <p:extLst>
      <p:ext uri="{BB962C8B-B14F-4D97-AF65-F5344CB8AC3E}">
        <p14:creationId xmlns:p14="http://schemas.microsoft.com/office/powerpoint/2010/main" val="1369100314"/>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Signo de interrogación en fondo de color verde pastel">
            <a:extLst>
              <a:ext uri="{FF2B5EF4-FFF2-40B4-BE49-F238E27FC236}">
                <a16:creationId xmlns:a16="http://schemas.microsoft.com/office/drawing/2014/main" id="{362FDE25-03D3-EEBE-14EA-A62C2CDF6A79}"/>
              </a:ext>
            </a:extLst>
          </p:cNvPr>
          <p:cNvPicPr>
            <a:picLocks noChangeAspect="1"/>
          </p:cNvPicPr>
          <p:nvPr/>
        </p:nvPicPr>
        <p:blipFill rotWithShape="1">
          <a:blip r:embed="rId2"/>
          <a:srcRect l="24922"/>
          <a:stretch/>
        </p:blipFill>
        <p:spPr>
          <a:xfrm>
            <a:off x="1" y="10"/>
            <a:ext cx="6865165" cy="6857990"/>
          </a:xfrm>
          <a:custGeom>
            <a:avLst/>
            <a:gdLst/>
            <a:ahLst/>
            <a:cxnLst/>
            <a:rect l="l" t="t" r="r" b="b"/>
            <a:pathLst>
              <a:path w="6865165" h="6858000">
                <a:moveTo>
                  <a:pt x="0" y="0"/>
                </a:moveTo>
                <a:lnTo>
                  <a:pt x="6865165" y="0"/>
                </a:lnTo>
                <a:lnTo>
                  <a:pt x="6859621" y="22952"/>
                </a:lnTo>
                <a:cubicBezTo>
                  <a:pt x="6623056" y="1069835"/>
                  <a:pt x="6492240" y="2220824"/>
                  <a:pt x="6492240" y="3429001"/>
                </a:cubicBezTo>
                <a:cubicBezTo>
                  <a:pt x="6492240" y="4637179"/>
                  <a:pt x="6623056" y="5788167"/>
                  <a:pt x="6859621" y="6835050"/>
                </a:cubicBezTo>
                <a:lnTo>
                  <a:pt x="6865165" y="6858000"/>
                </a:lnTo>
                <a:lnTo>
                  <a:pt x="0" y="6858000"/>
                </a:lnTo>
                <a:close/>
              </a:path>
            </a:pathLst>
          </a:custGeom>
        </p:spPr>
      </p:pic>
      <p:sp>
        <p:nvSpPr>
          <p:cNvPr id="2" name="Título 1">
            <a:extLst>
              <a:ext uri="{FF2B5EF4-FFF2-40B4-BE49-F238E27FC236}">
                <a16:creationId xmlns:a16="http://schemas.microsoft.com/office/drawing/2014/main" id="{8EE60153-F5D6-A997-1FCC-CDAF25A131C3}"/>
              </a:ext>
            </a:extLst>
          </p:cNvPr>
          <p:cNvSpPr>
            <a:spLocks noGrp="1"/>
          </p:cNvSpPr>
          <p:nvPr>
            <p:ph type="title"/>
          </p:nvPr>
        </p:nvSpPr>
        <p:spPr>
          <a:xfrm>
            <a:off x="7255564" y="914400"/>
            <a:ext cx="4485861" cy="1106556"/>
          </a:xfrm>
        </p:spPr>
        <p:txBody>
          <a:bodyPr anchor="b">
            <a:normAutofit/>
          </a:bodyPr>
          <a:lstStyle/>
          <a:p>
            <a:r>
              <a:rPr lang="es-MX" sz="3200"/>
              <a:t>Conocimientos</a:t>
            </a:r>
          </a:p>
        </p:txBody>
      </p:sp>
      <p:sp>
        <p:nvSpPr>
          <p:cNvPr id="3" name="Marcador de contenido 2">
            <a:extLst>
              <a:ext uri="{FF2B5EF4-FFF2-40B4-BE49-F238E27FC236}">
                <a16:creationId xmlns:a16="http://schemas.microsoft.com/office/drawing/2014/main" id="{E5B2B699-8AA1-1793-F9B8-073C27A73461}"/>
              </a:ext>
            </a:extLst>
          </p:cNvPr>
          <p:cNvSpPr>
            <a:spLocks noGrp="1"/>
          </p:cNvSpPr>
          <p:nvPr>
            <p:ph idx="1"/>
          </p:nvPr>
        </p:nvSpPr>
        <p:spPr>
          <a:xfrm>
            <a:off x="7255563" y="2440100"/>
            <a:ext cx="4485861" cy="3834804"/>
          </a:xfrm>
        </p:spPr>
        <p:txBody>
          <a:bodyPr anchor="t">
            <a:normAutofit/>
          </a:bodyPr>
          <a:lstStyle/>
          <a:p>
            <a:r>
              <a:rPr lang="es-MX" sz="1700">
                <a:effectLst/>
                <a:latin typeface="ArialMT"/>
              </a:rPr>
              <a:t>1. Técnicas de atención tradicional y complementaria.                             comprension</a:t>
            </a:r>
            <a:endParaRPr lang="es-MX" sz="1700"/>
          </a:p>
          <a:p>
            <a:r>
              <a:rPr lang="es-MX" sz="1700">
                <a:effectLst/>
                <a:latin typeface="ArialMT"/>
              </a:rPr>
              <a:t>2. Desinfección vs Sanitización:</a:t>
            </a:r>
          </a:p>
          <a:p>
            <a:pPr marL="0" indent="0">
              <a:buNone/>
            </a:pPr>
            <a:r>
              <a:rPr lang="es-MX" sz="1700">
                <a:effectLst/>
                <a:latin typeface="ArialMT"/>
              </a:rPr>
              <a:t> </a:t>
            </a:r>
            <a:r>
              <a:rPr lang="es-MX" sz="1700">
                <a:latin typeface="SymbolMT"/>
              </a:rPr>
              <a:t>    </a:t>
            </a:r>
            <a:r>
              <a:rPr lang="es-MX" sz="1700">
                <a:effectLst/>
                <a:latin typeface="SymbolMT"/>
              </a:rPr>
              <a:t> </a:t>
            </a:r>
            <a:r>
              <a:rPr lang="es-MX" sz="1700">
                <a:effectLst/>
                <a:latin typeface="ArialMT"/>
              </a:rPr>
              <a:t>Definición. </a:t>
            </a:r>
            <a:r>
              <a:rPr lang="es-MX" sz="1700">
                <a:effectLst/>
                <a:latin typeface="SymbolMT"/>
              </a:rPr>
              <a:t>• </a:t>
            </a:r>
            <a:r>
              <a:rPr lang="es-MX" sz="1700">
                <a:effectLst/>
                <a:latin typeface="ArialMT"/>
              </a:rPr>
              <a:t>Características. </a:t>
            </a:r>
            <a:r>
              <a:rPr lang="es-MX" sz="1700">
                <a:effectLst/>
                <a:latin typeface="SymbolMT"/>
              </a:rPr>
              <a:t>• </a:t>
            </a:r>
            <a:r>
              <a:rPr lang="es-MX" sz="1700">
                <a:effectLst/>
                <a:latin typeface="ArialMT"/>
              </a:rPr>
              <a:t>Medios.</a:t>
            </a:r>
            <a:r>
              <a:rPr lang="es-MX" sz="1700">
                <a:effectLst/>
                <a:latin typeface="SymbolMT"/>
              </a:rPr>
              <a:t>• </a:t>
            </a:r>
            <a:r>
              <a:rPr lang="es-MX" sz="1700">
                <a:effectLst/>
                <a:latin typeface="ArialMT"/>
              </a:rPr>
              <a:t>Recursos.                                 aplicacion</a:t>
            </a:r>
            <a:endParaRPr lang="es-MX" sz="1700"/>
          </a:p>
          <a:p>
            <a:r>
              <a:rPr lang="es-MX" sz="1700">
                <a:effectLst/>
                <a:latin typeface="ArialMT"/>
              </a:rPr>
              <a:t>3. Manejo de residuos peligrosos NOM-087-ECOL-SSA1- 2002.             conocimiento</a:t>
            </a:r>
            <a:endParaRPr lang="es-MX" sz="1700"/>
          </a:p>
          <a:p>
            <a:endParaRPr lang="es-MX" sz="1700"/>
          </a:p>
        </p:txBody>
      </p:sp>
    </p:spTree>
    <p:extLst>
      <p:ext uri="{BB962C8B-B14F-4D97-AF65-F5344CB8AC3E}">
        <p14:creationId xmlns:p14="http://schemas.microsoft.com/office/powerpoint/2010/main" val="2624101485"/>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EBD6C72-3BB9-823F-C9C0-02137DB65940}"/>
              </a:ext>
            </a:extLst>
          </p:cNvPr>
          <p:cNvSpPr>
            <a:spLocks noGrp="1"/>
          </p:cNvSpPr>
          <p:nvPr>
            <p:ph type="title"/>
          </p:nvPr>
        </p:nvSpPr>
        <p:spPr>
          <a:xfrm>
            <a:off x="7255564" y="834888"/>
            <a:ext cx="4314645" cy="1268958"/>
          </a:xfrm>
        </p:spPr>
        <p:txBody>
          <a:bodyPr anchor="b">
            <a:normAutofit/>
          </a:bodyPr>
          <a:lstStyle/>
          <a:p>
            <a:r>
              <a:rPr lang="es-MX" sz="3200"/>
              <a:t>Actitudes habitos y valores</a:t>
            </a:r>
          </a:p>
        </p:txBody>
      </p:sp>
      <p:pic>
        <p:nvPicPr>
          <p:cNvPr id="16" name="Picture 4">
            <a:extLst>
              <a:ext uri="{FF2B5EF4-FFF2-40B4-BE49-F238E27FC236}">
                <a16:creationId xmlns:a16="http://schemas.microsoft.com/office/drawing/2014/main" id="{9276E052-39A1-A2B5-619F-BD57F81AEECE}"/>
              </a:ext>
            </a:extLst>
          </p:cNvPr>
          <p:cNvPicPr>
            <a:picLocks noChangeAspect="1"/>
          </p:cNvPicPr>
          <p:nvPr/>
        </p:nvPicPr>
        <p:blipFill rotWithShape="1">
          <a:blip r:embed="rId2"/>
          <a:srcRect l="16450" r="28452"/>
          <a:stretch/>
        </p:blipFill>
        <p:spPr>
          <a:xfrm>
            <a:off x="20" y="10"/>
            <a:ext cx="6717436" cy="6857990"/>
          </a:xfrm>
          <a:custGeom>
            <a:avLst/>
            <a:gdLst/>
            <a:ahLst/>
            <a:cxnLst/>
            <a:rect l="l" t="t" r="r" b="b"/>
            <a:pathLst>
              <a:path w="6717456" h="6858000">
                <a:moveTo>
                  <a:pt x="0" y="0"/>
                </a:moveTo>
                <a:lnTo>
                  <a:pt x="6149468" y="0"/>
                </a:lnTo>
                <a:lnTo>
                  <a:pt x="6202448" y="162605"/>
                </a:lnTo>
                <a:cubicBezTo>
                  <a:pt x="6535625" y="1263763"/>
                  <a:pt x="6717456" y="2453207"/>
                  <a:pt x="6717456" y="3694043"/>
                </a:cubicBezTo>
                <a:cubicBezTo>
                  <a:pt x="6717456" y="4757617"/>
                  <a:pt x="6583866" y="5783433"/>
                  <a:pt x="6335883" y="6748259"/>
                </a:cubicBezTo>
                <a:lnTo>
                  <a:pt x="6305198" y="6858000"/>
                </a:lnTo>
                <a:lnTo>
                  <a:pt x="0" y="6858000"/>
                </a:lnTo>
                <a:close/>
              </a:path>
            </a:pathLst>
          </a:custGeom>
          <a:effectLst>
            <a:outerShdw blurRad="50800" dist="38100" algn="l" rotWithShape="0">
              <a:schemeClr val="bg1">
                <a:lumMod val="85000"/>
                <a:alpha val="30000"/>
              </a:schemeClr>
            </a:outerShdw>
          </a:effectLst>
        </p:spPr>
      </p:pic>
      <p:sp>
        <p:nvSpPr>
          <p:cNvPr id="3" name="Marcador de contenido 2">
            <a:extLst>
              <a:ext uri="{FF2B5EF4-FFF2-40B4-BE49-F238E27FC236}">
                <a16:creationId xmlns:a16="http://schemas.microsoft.com/office/drawing/2014/main" id="{A66ABA2D-0F45-E67A-A86D-3FCD6E457EA0}"/>
              </a:ext>
            </a:extLst>
          </p:cNvPr>
          <p:cNvSpPr>
            <a:spLocks noGrp="1"/>
          </p:cNvSpPr>
          <p:nvPr>
            <p:ph idx="1"/>
          </p:nvPr>
        </p:nvSpPr>
        <p:spPr>
          <a:xfrm>
            <a:off x="7255563" y="2557587"/>
            <a:ext cx="4314645" cy="3717317"/>
          </a:xfrm>
        </p:spPr>
        <p:txBody>
          <a:bodyPr anchor="t">
            <a:normAutofit/>
          </a:bodyPr>
          <a:lstStyle/>
          <a:p>
            <a:r>
              <a:rPr lang="es-MX" sz="1700">
                <a:effectLst/>
                <a:latin typeface="ArialMT"/>
              </a:rPr>
              <a:t>LIMPIEZA.               La manera en que el espacio acondicionado está libre de            polvo, suciedad,  manchas, malos olores y basura. </a:t>
            </a:r>
            <a:endParaRPr lang="es-MX" sz="1700"/>
          </a:p>
          <a:p>
            <a:r>
              <a:rPr lang="es-MX" sz="1700">
                <a:effectLst/>
                <a:latin typeface="ArialMT"/>
              </a:rPr>
              <a:t>ORDEN.                              La manera en que el espacio acondicionado tiene dispuestos de manera organizada un lugar particular para </a:t>
            </a:r>
          </a:p>
          <a:p>
            <a:pPr marL="0" indent="0">
              <a:buNone/>
            </a:pPr>
            <a:r>
              <a:rPr lang="es-MX" sz="1700">
                <a:effectLst/>
                <a:latin typeface="ArialMT"/>
              </a:rPr>
              <a:t>sus equipos, materiales, herramientas.documentación y mobiliario</a:t>
            </a:r>
            <a:endParaRPr lang="es-MX" sz="1700"/>
          </a:p>
        </p:txBody>
      </p:sp>
    </p:spTree>
    <p:extLst>
      <p:ext uri="{BB962C8B-B14F-4D97-AF65-F5344CB8AC3E}">
        <p14:creationId xmlns:p14="http://schemas.microsoft.com/office/powerpoint/2010/main" val="3397683005"/>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Una figura de buda con una persona sentada en el fondo sosteniendo un collar de cuentas">
            <a:extLst>
              <a:ext uri="{FF2B5EF4-FFF2-40B4-BE49-F238E27FC236}">
                <a16:creationId xmlns:a16="http://schemas.microsoft.com/office/drawing/2014/main" id="{A2670EC2-DBD6-59E1-F23C-C725F797C598}"/>
              </a:ext>
            </a:extLst>
          </p:cNvPr>
          <p:cNvPicPr>
            <a:picLocks noChangeAspect="1"/>
          </p:cNvPicPr>
          <p:nvPr/>
        </p:nvPicPr>
        <p:blipFill rotWithShape="1">
          <a:blip r:embed="rId2"/>
          <a:srcRect l="1081" r="1081"/>
          <a:stretch/>
        </p:blipFill>
        <p:spPr>
          <a:xfrm>
            <a:off x="3245637" y="-1"/>
            <a:ext cx="8946363" cy="6858000"/>
          </a:xfrm>
          <a:custGeom>
            <a:avLst/>
            <a:gdLst/>
            <a:ahLst/>
            <a:cxnLst/>
            <a:rect l="l" t="t" r="r" b="b"/>
            <a:pathLst>
              <a:path w="8946363" h="6858000">
                <a:moveTo>
                  <a:pt x="0" y="0"/>
                </a:moveTo>
                <a:lnTo>
                  <a:pt x="8946363" y="0"/>
                </a:lnTo>
                <a:lnTo>
                  <a:pt x="8946363" y="6858000"/>
                </a:lnTo>
                <a:lnTo>
                  <a:pt x="1" y="6858000"/>
                </a:lnTo>
                <a:lnTo>
                  <a:pt x="60040" y="6788731"/>
                </a:lnTo>
                <a:cubicBezTo>
                  <a:pt x="770566" y="5928901"/>
                  <a:pt x="1210035" y="4741057"/>
                  <a:pt x="1210035" y="3429001"/>
                </a:cubicBezTo>
                <a:cubicBezTo>
                  <a:pt x="1210035" y="2116945"/>
                  <a:pt x="770566" y="929101"/>
                  <a:pt x="60040" y="69272"/>
                </a:cubicBezTo>
                <a:close/>
              </a:path>
            </a:pathLst>
          </a:custGeom>
        </p:spPr>
      </p:pic>
      <p:sp>
        <p:nvSpPr>
          <p:cNvPr id="2" name="Título 1">
            <a:extLst>
              <a:ext uri="{FF2B5EF4-FFF2-40B4-BE49-F238E27FC236}">
                <a16:creationId xmlns:a16="http://schemas.microsoft.com/office/drawing/2014/main" id="{617469F8-6FB2-0949-96E1-95A784AB35A2}"/>
              </a:ext>
            </a:extLst>
          </p:cNvPr>
          <p:cNvSpPr>
            <a:spLocks noGrp="1"/>
          </p:cNvSpPr>
          <p:nvPr>
            <p:ph type="title"/>
          </p:nvPr>
        </p:nvSpPr>
        <p:spPr>
          <a:xfrm>
            <a:off x="371094" y="1161288"/>
            <a:ext cx="3438144" cy="1239012"/>
          </a:xfrm>
        </p:spPr>
        <p:txBody>
          <a:bodyPr anchor="ctr">
            <a:normAutofit/>
          </a:bodyPr>
          <a:lstStyle/>
          <a:p>
            <a:r>
              <a:rPr lang="es-MX" sz="2800" b="1">
                <a:effectLst/>
                <a:latin typeface="Arial" panose="020B0604020202020204" pitchFamily="34" charset="0"/>
              </a:rPr>
              <a:t>Elemento 2 de 4 </a:t>
            </a:r>
            <a:br>
              <a:rPr lang="es-MX" sz="2800"/>
            </a:br>
            <a:endParaRPr lang="es-MX" sz="2800"/>
          </a:p>
        </p:txBody>
      </p:sp>
      <p:sp>
        <p:nvSpPr>
          <p:cNvPr id="3" name="Marcador de contenido 2">
            <a:extLst>
              <a:ext uri="{FF2B5EF4-FFF2-40B4-BE49-F238E27FC236}">
                <a16:creationId xmlns:a16="http://schemas.microsoft.com/office/drawing/2014/main" id="{FBB72722-5947-1636-627A-54AC15D8072A}"/>
              </a:ext>
            </a:extLst>
          </p:cNvPr>
          <p:cNvSpPr>
            <a:spLocks noGrp="1"/>
          </p:cNvSpPr>
          <p:nvPr>
            <p:ph idx="1"/>
          </p:nvPr>
        </p:nvSpPr>
        <p:spPr>
          <a:xfrm>
            <a:off x="371094" y="2718054"/>
            <a:ext cx="3438906" cy="3207258"/>
          </a:xfrm>
        </p:spPr>
        <p:txBody>
          <a:bodyPr anchor="t">
            <a:normAutofit/>
          </a:bodyPr>
          <a:lstStyle/>
          <a:p>
            <a:r>
              <a:rPr lang="es-MX" sz="1700">
                <a:effectLst/>
                <a:latin typeface="ArialMT"/>
              </a:rPr>
              <a:t>Preparar al usuario para la contribución tradicional y complementaria de la recuperación de las condiciones físicas y socioemocionales de las personas </a:t>
            </a:r>
            <a:endParaRPr lang="es-MX" sz="1700"/>
          </a:p>
          <a:p>
            <a:endParaRPr lang="es-MX" sz="1700"/>
          </a:p>
        </p:txBody>
      </p:sp>
    </p:spTree>
    <p:extLst>
      <p:ext uri="{BB962C8B-B14F-4D97-AF65-F5344CB8AC3E}">
        <p14:creationId xmlns:p14="http://schemas.microsoft.com/office/powerpoint/2010/main" val="1570869379"/>
      </p:ext>
    </p:extLst>
  </p:cSld>
  <p:clrMapOvr>
    <a:masterClrMapping/>
  </p:clrMapOvr>
  <p:transition spd="slow">
    <p:randomBar dir="vert"/>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016C952-5D9E-1B24-6019-3608F3F01296}"/>
              </a:ext>
            </a:extLst>
          </p:cNvPr>
          <p:cNvSpPr>
            <a:spLocks noGrp="1"/>
          </p:cNvSpPr>
          <p:nvPr>
            <p:ph type="title"/>
          </p:nvPr>
        </p:nvSpPr>
        <p:spPr/>
        <p:txBody>
          <a:bodyPr>
            <a:normAutofit/>
          </a:bodyPr>
          <a:lstStyle/>
          <a:p>
            <a:r>
              <a:rPr lang="es-MX" dirty="0"/>
              <a:t>CRITERIOS DE EVALUACION</a:t>
            </a:r>
            <a:br>
              <a:rPr lang="es-MX" dirty="0"/>
            </a:br>
            <a:r>
              <a:rPr lang="es-MX" dirty="0"/>
              <a:t>DESEMPEÑOS</a:t>
            </a:r>
          </a:p>
        </p:txBody>
      </p:sp>
      <p:sp>
        <p:nvSpPr>
          <p:cNvPr id="3" name="Marcador de contenido 2">
            <a:extLst>
              <a:ext uri="{FF2B5EF4-FFF2-40B4-BE49-F238E27FC236}">
                <a16:creationId xmlns:a16="http://schemas.microsoft.com/office/drawing/2014/main" id="{36A373DC-B31C-0B6E-FEDF-A108DD9F3527}"/>
              </a:ext>
            </a:extLst>
          </p:cNvPr>
          <p:cNvSpPr>
            <a:spLocks noGrp="1"/>
          </p:cNvSpPr>
          <p:nvPr>
            <p:ph idx="1"/>
          </p:nvPr>
        </p:nvSpPr>
        <p:spPr>
          <a:xfrm>
            <a:off x="581891" y="2119745"/>
            <a:ext cx="11083636" cy="4052455"/>
          </a:xfrm>
        </p:spPr>
        <p:txBody>
          <a:bodyPr>
            <a:normAutofit lnSpcReduction="10000"/>
          </a:bodyPr>
          <a:lstStyle/>
          <a:p>
            <a:r>
              <a:rPr lang="es-MX" sz="2400" dirty="0">
                <a:effectLst/>
                <a:latin typeface="ArialMT"/>
              </a:rPr>
              <a:t>1. Recibe al usuario: </a:t>
            </a:r>
            <a:endParaRPr lang="es-MX" sz="2400" dirty="0"/>
          </a:p>
          <a:p>
            <a:pPr>
              <a:buFont typeface="Arial" panose="020B0604020202020204" pitchFamily="34" charset="0"/>
              <a:buChar char="•"/>
            </a:pPr>
            <a:r>
              <a:rPr lang="es-MX" sz="2400" dirty="0">
                <a:effectLst/>
                <a:latin typeface="ArialMT"/>
              </a:rPr>
              <a:t>Saludándolo cordialmente, </a:t>
            </a:r>
            <a:endParaRPr lang="es-MX" sz="2400" dirty="0">
              <a:effectLst/>
              <a:latin typeface="SymbolMT"/>
            </a:endParaRPr>
          </a:p>
          <a:p>
            <a:pPr>
              <a:buFont typeface="Arial" panose="020B0604020202020204" pitchFamily="34" charset="0"/>
              <a:buChar char="•"/>
            </a:pPr>
            <a:r>
              <a:rPr lang="es-MX" sz="2400" dirty="0">
                <a:effectLst/>
                <a:latin typeface="ArialMT"/>
              </a:rPr>
              <a:t>Aplicando los protocolos de seguridad sanitaria, con la aplicación de gel antibacterial en las manos y la toma digital de temperatura, </a:t>
            </a:r>
            <a:endParaRPr lang="es-MX" sz="2400" dirty="0">
              <a:effectLst/>
              <a:latin typeface="SymbolMT"/>
            </a:endParaRPr>
          </a:p>
          <a:p>
            <a:pPr>
              <a:buFont typeface="Arial" panose="020B0604020202020204" pitchFamily="34" charset="0"/>
              <a:buChar char="•"/>
            </a:pPr>
            <a:r>
              <a:rPr lang="es-MX" sz="2400" dirty="0">
                <a:effectLst/>
                <a:latin typeface="ArialMT"/>
              </a:rPr>
              <a:t>Presentándose, indicando su nombre completo y su función, </a:t>
            </a:r>
            <a:endParaRPr lang="es-MX" sz="2400" dirty="0">
              <a:effectLst/>
              <a:latin typeface="SymbolMT"/>
            </a:endParaRPr>
          </a:p>
          <a:p>
            <a:pPr>
              <a:buFont typeface="Arial" panose="020B0604020202020204" pitchFamily="34" charset="0"/>
              <a:buChar char="•"/>
            </a:pPr>
            <a:r>
              <a:rPr lang="es-MX" sz="2400" dirty="0">
                <a:effectLst/>
                <a:latin typeface="ArialMT"/>
              </a:rPr>
              <a:t>Agradeciendo su presencia, </a:t>
            </a:r>
            <a:endParaRPr lang="es-MX" sz="2400" dirty="0">
              <a:effectLst/>
              <a:latin typeface="SymbolMT"/>
            </a:endParaRPr>
          </a:p>
          <a:p>
            <a:pPr>
              <a:buFont typeface="Arial" panose="020B0604020202020204" pitchFamily="34" charset="0"/>
              <a:buChar char="•"/>
            </a:pPr>
            <a:r>
              <a:rPr lang="es-MX" sz="2400" dirty="0">
                <a:effectLst/>
                <a:latin typeface="ArialMT"/>
              </a:rPr>
              <a:t>Preguntando su nombre completo, </a:t>
            </a:r>
            <a:endParaRPr lang="es-MX" sz="2400" dirty="0">
              <a:effectLst/>
              <a:latin typeface="SymbolMT"/>
            </a:endParaRPr>
          </a:p>
          <a:p>
            <a:pPr>
              <a:buFont typeface="Arial" panose="020B0604020202020204" pitchFamily="34" charset="0"/>
              <a:buChar char="•"/>
            </a:pPr>
            <a:r>
              <a:rPr lang="es-MX" sz="2400" dirty="0">
                <a:effectLst/>
                <a:latin typeface="ArialMT"/>
              </a:rPr>
              <a:t>Indicándole pasar al lugar de recepción/antesala para su atención, y </a:t>
            </a:r>
            <a:endParaRPr lang="es-MX" sz="2400" dirty="0">
              <a:effectLst/>
              <a:latin typeface="SymbolMT"/>
            </a:endParaRPr>
          </a:p>
          <a:p>
            <a:pPr>
              <a:buFont typeface="Arial" panose="020B0604020202020204" pitchFamily="34" charset="0"/>
              <a:buChar char="•"/>
            </a:pPr>
            <a:r>
              <a:rPr lang="es-MX" sz="2400" dirty="0">
                <a:effectLst/>
                <a:latin typeface="ArialMT"/>
              </a:rPr>
              <a:t>Ofreciéndole un lugar cómodo y previamente sanitizado para que tome asiento. </a:t>
            </a:r>
            <a:endParaRPr lang="es-MX" sz="2400" dirty="0">
              <a:effectLst/>
              <a:latin typeface="SymbolMT"/>
            </a:endParaRPr>
          </a:p>
          <a:p>
            <a:endParaRPr lang="es-MX" dirty="0"/>
          </a:p>
        </p:txBody>
      </p:sp>
    </p:spTree>
    <p:extLst>
      <p:ext uri="{BB962C8B-B14F-4D97-AF65-F5344CB8AC3E}">
        <p14:creationId xmlns:p14="http://schemas.microsoft.com/office/powerpoint/2010/main" val="3578945958"/>
      </p:ext>
    </p:extLst>
  </p:cSld>
  <p:clrMapOvr>
    <a:masterClrMapping/>
  </p:clrMapOvr>
  <p:transition spd="slow">
    <p:randomBar dir="vert"/>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69EBECC3-A0FB-BE55-1384-111AC0B87199}"/>
              </a:ext>
            </a:extLst>
          </p:cNvPr>
          <p:cNvSpPr>
            <a:spLocks noGrp="1"/>
          </p:cNvSpPr>
          <p:nvPr>
            <p:ph idx="1"/>
          </p:nvPr>
        </p:nvSpPr>
        <p:spPr>
          <a:xfrm>
            <a:off x="605928" y="997528"/>
            <a:ext cx="10824071" cy="5174674"/>
          </a:xfrm>
        </p:spPr>
        <p:txBody>
          <a:bodyPr>
            <a:normAutofit fontScale="47500" lnSpcReduction="20000"/>
          </a:bodyPr>
          <a:lstStyle/>
          <a:p>
            <a:endParaRPr lang="es-MX" dirty="0"/>
          </a:p>
          <a:p>
            <a:r>
              <a:rPr lang="es-MX" sz="6000" dirty="0">
                <a:solidFill>
                  <a:srgbClr val="0070C0"/>
                </a:solidFill>
              </a:rPr>
              <a:t>2. Introduce al usuario para el llenado de la bitácora/carpeta/documentación de atención integral:</a:t>
            </a:r>
          </a:p>
          <a:p>
            <a:r>
              <a:rPr lang="es-MX" sz="6000" dirty="0"/>
              <a:t> Antes de iniciar la atención tradicional y complementaria,</a:t>
            </a:r>
          </a:p>
          <a:p>
            <a:r>
              <a:rPr lang="es-MX" sz="6000" dirty="0"/>
              <a:t> Estableciendo un clima de confianza,</a:t>
            </a:r>
          </a:p>
          <a:p>
            <a:r>
              <a:rPr lang="es-MX" sz="6000" dirty="0"/>
              <a:t> Señalando que la prestación de </a:t>
            </a:r>
            <a:r>
              <a:rPr lang="es-MX" sz="6000" dirty="0">
                <a:highlight>
                  <a:srgbClr val="00FFFF"/>
                </a:highlight>
              </a:rPr>
              <a:t>servicios auxiliares complementarios y tradicionales tienen como objetivo </a:t>
            </a:r>
            <a:r>
              <a:rPr lang="es-MX" sz="6000" u="sng" dirty="0">
                <a:solidFill>
                  <a:schemeClr val="tx2">
                    <a:lumMod val="90000"/>
                    <a:lumOff val="10000"/>
                  </a:schemeClr>
                </a:solidFill>
                <a:highlight>
                  <a:srgbClr val="00FFFF"/>
                </a:highlight>
              </a:rPr>
              <a:t>l</a:t>
            </a:r>
            <a:r>
              <a:rPr lang="es-MX" sz="6000" u="sng" dirty="0">
                <a:solidFill>
                  <a:schemeClr val="tx2">
                    <a:lumMod val="90000"/>
                    <a:lumOff val="10000"/>
                  </a:schemeClr>
                </a:solidFill>
              </a:rPr>
              <a:t>a recuperación de las condiciones físicas y socioemocionales de las personas</a:t>
            </a:r>
            <a:r>
              <a:rPr lang="es-MX" sz="6000" dirty="0"/>
              <a:t>,</a:t>
            </a:r>
          </a:p>
          <a:p>
            <a:pPr>
              <a:buFont typeface="Wingdings" pitchFamily="2" charset="2"/>
              <a:buChar char="§"/>
            </a:pPr>
            <a:r>
              <a:rPr lang="es-MX" sz="6000" dirty="0"/>
              <a:t>    Indicando los principios de discreción y confidencialidad en su atención,</a:t>
            </a:r>
          </a:p>
          <a:p>
            <a:r>
              <a:rPr lang="es-MX" sz="6000" dirty="0"/>
              <a:t> Comentando al usuario que sus datos personales están protegidos conforme a la </a:t>
            </a:r>
            <a:r>
              <a:rPr lang="es-MX" sz="6000" dirty="0">
                <a:highlight>
                  <a:srgbClr val="00FFFF"/>
                </a:highlight>
              </a:rPr>
              <a:t>Ley Federal  de Protección de Datos Personales en Posesión de Particulares ( modificar formato)</a:t>
            </a:r>
          </a:p>
        </p:txBody>
      </p:sp>
    </p:spTree>
    <p:extLst>
      <p:ext uri="{BB962C8B-B14F-4D97-AF65-F5344CB8AC3E}">
        <p14:creationId xmlns:p14="http://schemas.microsoft.com/office/powerpoint/2010/main" val="832601910"/>
      </p:ext>
    </p:extLst>
  </p:cSld>
  <p:clrMapOvr>
    <a:masterClrMapping/>
  </p:clrMapOvr>
  <p:transition spd="slow">
    <p:randomBar dir="vert"/>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D0FC8A54-A46F-C7F8-0721-D390D6287D8E}"/>
              </a:ext>
            </a:extLst>
          </p:cNvPr>
          <p:cNvSpPr>
            <a:spLocks noGrp="1"/>
          </p:cNvSpPr>
          <p:nvPr>
            <p:ph idx="1"/>
          </p:nvPr>
        </p:nvSpPr>
        <p:spPr>
          <a:xfrm>
            <a:off x="583894" y="539828"/>
            <a:ext cx="10699802" cy="5632374"/>
          </a:xfrm>
        </p:spPr>
        <p:txBody>
          <a:bodyPr>
            <a:normAutofit/>
          </a:bodyPr>
          <a:lstStyle/>
          <a:p>
            <a:pPr marL="0" indent="0">
              <a:buNone/>
            </a:pPr>
            <a:endParaRPr lang="es-MX" dirty="0"/>
          </a:p>
          <a:p>
            <a:endParaRPr lang="es-MX" dirty="0"/>
          </a:p>
          <a:p>
            <a:pPr marL="0" indent="0">
              <a:buNone/>
            </a:pPr>
            <a:r>
              <a:rPr lang="es-MX" dirty="0"/>
              <a:t>• Indicándole sobre el llenado de su </a:t>
            </a:r>
            <a:r>
              <a:rPr lang="es-MX" sz="3800" b="1" u="sng" dirty="0"/>
              <a:t>ficha de registro </a:t>
            </a:r>
            <a:r>
              <a:rPr lang="es-MX" dirty="0"/>
              <a:t>de atención de condiciones físicas y socioemocionales,</a:t>
            </a:r>
          </a:p>
          <a:p>
            <a:pPr marL="0" indent="0">
              <a:buNone/>
            </a:pPr>
            <a:r>
              <a:rPr lang="es-MX" dirty="0"/>
              <a:t>• Indicándole que se le realizará una exploración física, previa autorización manifestada con firma en la ficha de registro de atención de condiciones físicas y socioemocionales,</a:t>
            </a:r>
          </a:p>
          <a:p>
            <a:pPr marL="0" indent="0">
              <a:buNone/>
            </a:pPr>
            <a:r>
              <a:rPr lang="es-MX" dirty="0"/>
              <a:t>• Indicándole que se le tomarán signos vitales, el orden a seguir, la razones para ello, y su previa autorización manifestada con firma en la ficha de registro de atención de condiciones físicas y socioemocionales, y</a:t>
            </a:r>
          </a:p>
          <a:p>
            <a:pPr marL="0" indent="0">
              <a:buNone/>
            </a:pPr>
            <a:r>
              <a:rPr lang="es-MX" dirty="0"/>
              <a:t>• Preguntándole si tiene dudas, para su aclaración.</a:t>
            </a:r>
          </a:p>
          <a:p>
            <a:endParaRPr lang="es-MX" dirty="0"/>
          </a:p>
        </p:txBody>
      </p:sp>
    </p:spTree>
    <p:extLst>
      <p:ext uri="{BB962C8B-B14F-4D97-AF65-F5344CB8AC3E}">
        <p14:creationId xmlns:p14="http://schemas.microsoft.com/office/powerpoint/2010/main" val="1832476690"/>
      </p:ext>
    </p:extLst>
  </p:cSld>
  <p:clrMapOvr>
    <a:masterClrMapping/>
  </p:clrMapOvr>
  <p:transition spd="slow">
    <p:randomBar dir="vert"/>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24C9865F-6240-730B-9159-0F38024126F5}"/>
              </a:ext>
            </a:extLst>
          </p:cNvPr>
          <p:cNvSpPr>
            <a:spLocks noGrp="1"/>
          </p:cNvSpPr>
          <p:nvPr>
            <p:ph idx="1"/>
          </p:nvPr>
        </p:nvSpPr>
        <p:spPr>
          <a:xfrm>
            <a:off x="947451" y="1123720"/>
            <a:ext cx="10336245" cy="5048480"/>
          </a:xfrm>
        </p:spPr>
        <p:txBody>
          <a:bodyPr>
            <a:normAutofit fontScale="92500"/>
          </a:bodyPr>
          <a:lstStyle/>
          <a:p>
            <a:r>
              <a:rPr lang="es-MX" sz="3000" dirty="0">
                <a:solidFill>
                  <a:srgbClr val="0070C0"/>
                </a:solidFill>
                <a:effectLst/>
                <a:latin typeface="ArialMT"/>
              </a:rPr>
              <a:t>3. Introduce al usuario para el llenado de la ficha de registro de atención de condiciones físicas y socioemocionales: </a:t>
            </a:r>
            <a:endParaRPr lang="es-MX" sz="3000" dirty="0">
              <a:solidFill>
                <a:srgbClr val="0070C0"/>
              </a:solidFill>
            </a:endParaRPr>
          </a:p>
          <a:p>
            <a:pPr>
              <a:buFont typeface="Arial" panose="020B0604020202020204" pitchFamily="34" charset="0"/>
              <a:buChar char="•"/>
            </a:pPr>
            <a:r>
              <a:rPr lang="es-MX" sz="1800" dirty="0">
                <a:effectLst/>
                <a:latin typeface="ArialMT"/>
              </a:rPr>
              <a:t>Comentando al usuario que sus datos personales están protegidos conforme a la Ley Federal de Protección de Datos Personales en Posesión de Particulares, </a:t>
            </a:r>
            <a:endParaRPr lang="es-MX" sz="1800" dirty="0">
              <a:effectLst/>
              <a:latin typeface="SymbolMT"/>
            </a:endParaRPr>
          </a:p>
          <a:p>
            <a:pPr>
              <a:buFont typeface="Arial" panose="020B0604020202020204" pitchFamily="34" charset="0"/>
              <a:buChar char="•"/>
            </a:pPr>
            <a:r>
              <a:rPr lang="es-MX" sz="1800" dirty="0">
                <a:effectLst/>
                <a:latin typeface="ArialMT"/>
              </a:rPr>
              <a:t>Solicitando la firma de enterado del usuario una vez comentado el Aviso de Privacidad, </a:t>
            </a:r>
            <a:endParaRPr lang="es-MX" sz="1800" dirty="0">
              <a:effectLst/>
              <a:latin typeface="SymbolMT"/>
            </a:endParaRPr>
          </a:p>
          <a:p>
            <a:pPr>
              <a:buFont typeface="Arial" panose="020B0604020202020204" pitchFamily="34" charset="0"/>
              <a:buChar char="•"/>
            </a:pPr>
            <a:r>
              <a:rPr lang="es-MX" sz="1800" dirty="0">
                <a:effectLst/>
                <a:latin typeface="ArialMT"/>
              </a:rPr>
              <a:t>Corroborando nombre completo con identificación oficial vigente, </a:t>
            </a:r>
            <a:endParaRPr lang="es-MX" sz="1800" dirty="0">
              <a:effectLst/>
              <a:latin typeface="SymbolMT"/>
            </a:endParaRPr>
          </a:p>
          <a:p>
            <a:pPr>
              <a:buFont typeface="Arial" panose="020B0604020202020204" pitchFamily="34" charset="0"/>
              <a:buChar char="•"/>
            </a:pPr>
            <a:r>
              <a:rPr lang="es-MX" sz="1800" dirty="0">
                <a:effectLst/>
                <a:latin typeface="ArialMT"/>
              </a:rPr>
              <a:t>Recabando la información de manera verbal y presencial por parte del usuario, </a:t>
            </a:r>
            <a:endParaRPr lang="es-MX" sz="1800" dirty="0">
              <a:effectLst/>
              <a:latin typeface="SymbolMT"/>
            </a:endParaRPr>
          </a:p>
          <a:p>
            <a:pPr>
              <a:buFont typeface="Arial" panose="020B0604020202020204" pitchFamily="34" charset="0"/>
              <a:buChar char="•"/>
            </a:pPr>
            <a:r>
              <a:rPr lang="es-MX" sz="1800" dirty="0">
                <a:effectLst/>
                <a:latin typeface="ArialMT"/>
              </a:rPr>
              <a:t>Solicitando al usuario el llenado de la ficha de registro con sus datos generales, médico </a:t>
            </a:r>
            <a:endParaRPr lang="es-MX" sz="1800" dirty="0">
              <a:effectLst/>
              <a:latin typeface="SymbolMT"/>
            </a:endParaRPr>
          </a:p>
          <a:p>
            <a:pPr marL="0" indent="0">
              <a:buNone/>
            </a:pPr>
            <a:r>
              <a:rPr lang="es-MX" sz="1800" dirty="0">
                <a:effectLst/>
                <a:latin typeface="ArialMT"/>
              </a:rPr>
              <a:t>   tratante, antecedentes físicos y sociemocionales, antecedentes heredo familiares, enfermedades   crónicas, degenerativas y alergias, hábitos personales de alimentación y sueño, y la práctica de alguna actividad física, </a:t>
            </a:r>
            <a:endParaRPr lang="es-MX" sz="1800" dirty="0">
              <a:effectLst/>
              <a:latin typeface="SymbolMT"/>
            </a:endParaRPr>
          </a:p>
          <a:p>
            <a:pPr>
              <a:buFont typeface="Arial" panose="020B0604020202020204" pitchFamily="34" charset="0"/>
              <a:buChar char="•"/>
            </a:pPr>
            <a:r>
              <a:rPr lang="es-MX" sz="1800" dirty="0">
                <a:effectLst/>
                <a:highlight>
                  <a:srgbClr val="00FFFF"/>
                </a:highlight>
                <a:latin typeface="ArialMT"/>
              </a:rPr>
              <a:t>Registrando información acerca de su interés/necesidad/diagnóstico emitido por el médico tratante/profesional de la salud, Señalando que los servicios tradicionales y complementarios que se ofrecen no cubren, ni substituyen las indicaciones del médico tratante/profesional de la salud, y </a:t>
            </a:r>
            <a:endParaRPr lang="es-MX" sz="1800" dirty="0">
              <a:effectLst/>
              <a:highlight>
                <a:srgbClr val="00FFFF"/>
              </a:highlight>
              <a:latin typeface="SymbolMT"/>
            </a:endParaRPr>
          </a:p>
          <a:p>
            <a:pPr>
              <a:buFont typeface="Arial" panose="020B0604020202020204" pitchFamily="34" charset="0"/>
              <a:buChar char="•"/>
            </a:pPr>
            <a:r>
              <a:rPr lang="es-MX" sz="1800" dirty="0">
                <a:effectLst/>
                <a:latin typeface="ArialMT"/>
              </a:rPr>
              <a:t>Agradeciendo su disponibilidad. </a:t>
            </a:r>
            <a:endParaRPr lang="es-MX" sz="1800" dirty="0">
              <a:effectLst/>
              <a:latin typeface="SymbolMT"/>
            </a:endParaRPr>
          </a:p>
          <a:p>
            <a:pPr>
              <a:buFont typeface="Arial" panose="020B0604020202020204" pitchFamily="34" charset="0"/>
              <a:buChar char="•"/>
            </a:pPr>
            <a:endParaRPr lang="es-MX" sz="1800" dirty="0">
              <a:effectLst/>
              <a:latin typeface="SymbolMT"/>
            </a:endParaRPr>
          </a:p>
          <a:p>
            <a:endParaRPr lang="es-MX" dirty="0"/>
          </a:p>
        </p:txBody>
      </p:sp>
    </p:spTree>
    <p:extLst>
      <p:ext uri="{BB962C8B-B14F-4D97-AF65-F5344CB8AC3E}">
        <p14:creationId xmlns:p14="http://schemas.microsoft.com/office/powerpoint/2010/main" val="2986545921"/>
      </p:ext>
    </p:extLst>
  </p:cSld>
  <p:clrMapOvr>
    <a:masterClrMapping/>
  </p:clrMapOvr>
  <p:transition spd="slow">
    <p:randomBar dir="vert"/>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75D7A543-6B09-BAF4-7290-9BEF493C3641}"/>
              </a:ext>
            </a:extLst>
          </p:cNvPr>
          <p:cNvSpPr>
            <a:spLocks noGrp="1"/>
          </p:cNvSpPr>
          <p:nvPr>
            <p:ph idx="1"/>
          </p:nvPr>
        </p:nvSpPr>
        <p:spPr>
          <a:xfrm>
            <a:off x="609600" y="775855"/>
            <a:ext cx="11055927" cy="5624945"/>
          </a:xfrm>
        </p:spPr>
        <p:txBody>
          <a:bodyPr>
            <a:normAutofit/>
          </a:bodyPr>
          <a:lstStyle/>
          <a:p>
            <a:r>
              <a:rPr lang="es-MX" sz="2400" dirty="0">
                <a:solidFill>
                  <a:srgbClr val="0070C0"/>
                </a:solidFill>
                <a:effectLst/>
                <a:latin typeface="ArialMT"/>
              </a:rPr>
              <a:t>4. Mide niveles de saturación de oxígeno y pulso en el usuario: </a:t>
            </a:r>
            <a:endParaRPr lang="es-MX" sz="2400" dirty="0">
              <a:solidFill>
                <a:srgbClr val="0070C0"/>
              </a:solidFill>
            </a:endParaRPr>
          </a:p>
          <a:p>
            <a:pPr>
              <a:buFont typeface="Arial" panose="020B0604020202020204" pitchFamily="34" charset="0"/>
              <a:buChar char="•"/>
            </a:pPr>
            <a:r>
              <a:rPr lang="es-MX" sz="2400" dirty="0">
                <a:effectLst/>
                <a:latin typeface="ArialMT"/>
              </a:rPr>
              <a:t>Explicando el procedimiento, conforme a las indicaciones del fabricante del oxímetro, </a:t>
            </a:r>
            <a:endParaRPr lang="es-MX" sz="2400" dirty="0">
              <a:effectLst/>
              <a:latin typeface="SymbolMT"/>
            </a:endParaRPr>
          </a:p>
          <a:p>
            <a:pPr>
              <a:buFont typeface="Arial" panose="020B0604020202020204" pitchFamily="34" charset="0"/>
              <a:buChar char="•"/>
            </a:pPr>
            <a:r>
              <a:rPr lang="es-MX" sz="2400" dirty="0">
                <a:effectLst/>
                <a:latin typeface="ArialMT"/>
              </a:rPr>
              <a:t>Limpiando la superficie del sensor, con un paño suave o un algodón y solución desinfectante, conforme a las recomendaciones del fabricante, </a:t>
            </a:r>
            <a:endParaRPr lang="es-MX" sz="2400" dirty="0">
              <a:effectLst/>
              <a:latin typeface="SymbolMT"/>
            </a:endParaRPr>
          </a:p>
          <a:p>
            <a:pPr>
              <a:buFont typeface="Arial" panose="020B0604020202020204" pitchFamily="34" charset="0"/>
              <a:buChar char="•"/>
            </a:pPr>
            <a:r>
              <a:rPr lang="es-MX" sz="2400" dirty="0">
                <a:effectLst/>
                <a:latin typeface="ArialMT"/>
              </a:rPr>
              <a:t>Solicitando al usuario colocar el dedo en el sensor, conforme a las indicaciones del fabricante, </a:t>
            </a:r>
            <a:endParaRPr lang="es-MX" sz="2400" dirty="0">
              <a:effectLst/>
              <a:latin typeface="SymbolMT"/>
            </a:endParaRPr>
          </a:p>
          <a:p>
            <a:pPr>
              <a:buFont typeface="Arial" panose="020B0604020202020204" pitchFamily="34" charset="0"/>
              <a:buChar char="•"/>
            </a:pPr>
            <a:r>
              <a:rPr lang="es-MX" sz="2400" dirty="0">
                <a:effectLst/>
                <a:latin typeface="ArialMT"/>
              </a:rPr>
              <a:t>Solicitando al usuario que durante la toma se mantenga sin movimientos que puedan alterar  la medición, </a:t>
            </a:r>
            <a:endParaRPr lang="es-MX" sz="2400" dirty="0">
              <a:effectLst/>
              <a:latin typeface="SymbolMT"/>
            </a:endParaRPr>
          </a:p>
          <a:p>
            <a:pPr>
              <a:buFont typeface="Arial" panose="020B0604020202020204" pitchFamily="34" charset="0"/>
              <a:buChar char="•"/>
            </a:pPr>
            <a:r>
              <a:rPr lang="es-MX" sz="2400" dirty="0">
                <a:effectLst/>
                <a:latin typeface="ArialMT"/>
              </a:rPr>
              <a:t>Presionando el interruptor de inicio de medición, de acuerdo con el fabricante, y </a:t>
            </a:r>
            <a:endParaRPr lang="es-MX" sz="2400" dirty="0">
              <a:effectLst/>
              <a:latin typeface="SymbolMT"/>
            </a:endParaRPr>
          </a:p>
          <a:p>
            <a:pPr>
              <a:buFont typeface="Arial" panose="020B0604020202020204" pitchFamily="34" charset="0"/>
              <a:buChar char="•"/>
            </a:pPr>
            <a:r>
              <a:rPr lang="es-MX" sz="2400" dirty="0">
                <a:effectLst/>
                <a:latin typeface="ArialMT"/>
              </a:rPr>
              <a:t>Registrando los valores obtenidos de </a:t>
            </a:r>
            <a:r>
              <a:rPr lang="es-MX" sz="2400" dirty="0">
                <a:effectLst/>
                <a:highlight>
                  <a:srgbClr val="00FFFF"/>
                </a:highlight>
                <a:latin typeface="ArialMT"/>
              </a:rPr>
              <a:t>Sp02 y pulso</a:t>
            </a:r>
            <a:r>
              <a:rPr lang="es-MX" sz="2400" dirty="0">
                <a:effectLst/>
                <a:latin typeface="ArialMT"/>
              </a:rPr>
              <a:t>, en la ficha de registro de atención de condiciones físicas y socioemocionales. </a:t>
            </a:r>
            <a:endParaRPr lang="es-MX" sz="2400" dirty="0">
              <a:effectLst/>
              <a:latin typeface="SymbolMT"/>
            </a:endParaRPr>
          </a:p>
          <a:p>
            <a:endParaRPr lang="es-MX" dirty="0"/>
          </a:p>
        </p:txBody>
      </p:sp>
    </p:spTree>
    <p:extLst>
      <p:ext uri="{BB962C8B-B14F-4D97-AF65-F5344CB8AC3E}">
        <p14:creationId xmlns:p14="http://schemas.microsoft.com/office/powerpoint/2010/main" val="3799087771"/>
      </p:ext>
    </p:extLst>
  </p:cSld>
  <p:clrMapOvr>
    <a:masterClrMapping/>
  </p:clrMapOvr>
  <p:transition spd="slow">
    <p:randomBar dir="vert"/>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1826834E-7E5B-4B5C-D3D9-B6D5D428887D}"/>
              </a:ext>
            </a:extLst>
          </p:cNvPr>
          <p:cNvSpPr>
            <a:spLocks noGrp="1"/>
          </p:cNvSpPr>
          <p:nvPr>
            <p:ph idx="1"/>
          </p:nvPr>
        </p:nvSpPr>
        <p:spPr>
          <a:xfrm>
            <a:off x="1079653" y="980501"/>
            <a:ext cx="10204043" cy="5191699"/>
          </a:xfrm>
        </p:spPr>
        <p:txBody>
          <a:bodyPr>
            <a:normAutofit/>
          </a:bodyPr>
          <a:lstStyle/>
          <a:p>
            <a:r>
              <a:rPr lang="es-MX" sz="1800" dirty="0">
                <a:solidFill>
                  <a:srgbClr val="0070C0"/>
                </a:solidFill>
                <a:effectLst/>
                <a:latin typeface="ArialMT"/>
              </a:rPr>
              <a:t>5. Observa la postura física del usuario: </a:t>
            </a:r>
            <a:endParaRPr lang="es-MX" dirty="0">
              <a:solidFill>
                <a:srgbClr val="0070C0"/>
              </a:solidFill>
            </a:endParaRPr>
          </a:p>
          <a:p>
            <a:pPr>
              <a:buFont typeface="Arial" panose="020B0604020202020204" pitchFamily="34" charset="0"/>
              <a:buChar char="•"/>
            </a:pPr>
            <a:r>
              <a:rPr lang="es-MX" sz="1800" dirty="0">
                <a:solidFill>
                  <a:srgbClr val="001E5E"/>
                </a:solidFill>
                <a:effectLst/>
                <a:latin typeface="ArialMT"/>
              </a:rPr>
              <a:t>Revisando visualmente la cabeza, cuello, tórax, extremidades y pelvis, y </a:t>
            </a:r>
            <a:endParaRPr lang="es-MX" sz="1800" dirty="0">
              <a:solidFill>
                <a:srgbClr val="001E5E"/>
              </a:solidFill>
              <a:effectLst/>
              <a:latin typeface="SymbolMT"/>
            </a:endParaRPr>
          </a:p>
          <a:p>
            <a:pPr>
              <a:buFont typeface="Arial" panose="020B0604020202020204" pitchFamily="34" charset="0"/>
              <a:buChar char="•"/>
            </a:pPr>
            <a:r>
              <a:rPr lang="es-MX" sz="1800" dirty="0">
                <a:solidFill>
                  <a:srgbClr val="001E5E"/>
                </a:solidFill>
                <a:effectLst/>
                <a:latin typeface="ArialMT"/>
              </a:rPr>
              <a:t>Registrando los datos obtenidos en la ficha de registro de atención de condiciones físicas y </a:t>
            </a:r>
            <a:endParaRPr lang="es-MX" sz="1800" dirty="0">
              <a:solidFill>
                <a:srgbClr val="001E5E"/>
              </a:solidFill>
              <a:effectLst/>
              <a:latin typeface="SymbolMT"/>
            </a:endParaRPr>
          </a:p>
          <a:p>
            <a:pPr marL="0" indent="0">
              <a:buNone/>
            </a:pPr>
            <a:r>
              <a:rPr lang="es-MX" sz="1800" dirty="0">
                <a:solidFill>
                  <a:srgbClr val="001E5E"/>
                </a:solidFill>
                <a:effectLst/>
                <a:latin typeface="ArialMT"/>
              </a:rPr>
              <a:t>    socioemocionales. </a:t>
            </a:r>
            <a:endParaRPr lang="es-MX" sz="1800" dirty="0">
              <a:solidFill>
                <a:srgbClr val="001E5E"/>
              </a:solidFill>
              <a:effectLst/>
              <a:latin typeface="SymbolMT"/>
            </a:endParaRPr>
          </a:p>
          <a:p>
            <a:r>
              <a:rPr lang="es-MX" sz="1800" dirty="0">
                <a:solidFill>
                  <a:srgbClr val="0070C0"/>
                </a:solidFill>
                <a:effectLst/>
                <a:latin typeface="ArialMT"/>
              </a:rPr>
              <a:t>6. Realiza la toma de la frecuencia respiratoria del usuario: </a:t>
            </a:r>
            <a:endParaRPr lang="es-MX" dirty="0">
              <a:solidFill>
                <a:srgbClr val="0070C0"/>
              </a:solidFill>
            </a:endParaRPr>
          </a:p>
          <a:p>
            <a:pPr>
              <a:buFont typeface="Arial" panose="020B0604020202020204" pitchFamily="34" charset="0"/>
              <a:buChar char="•"/>
            </a:pPr>
            <a:r>
              <a:rPr lang="es-MX" sz="1800" dirty="0">
                <a:effectLst/>
                <a:latin typeface="ArialMT"/>
              </a:rPr>
              <a:t>Solicitando al usuario permanezca sentado y en reposo, </a:t>
            </a:r>
            <a:endParaRPr lang="es-MX" sz="1800" dirty="0">
              <a:effectLst/>
              <a:latin typeface="SymbolMT"/>
            </a:endParaRPr>
          </a:p>
          <a:p>
            <a:pPr>
              <a:buFont typeface="Arial" panose="020B0604020202020204" pitchFamily="34" charset="0"/>
              <a:buChar char="•"/>
            </a:pPr>
            <a:r>
              <a:rPr lang="es-MX" sz="1800" dirty="0">
                <a:effectLst/>
                <a:latin typeface="ArialMT"/>
              </a:rPr>
              <a:t>Contando las elevaciones del tórax y abdomen durante un minuto, y </a:t>
            </a:r>
            <a:endParaRPr lang="es-MX" sz="1800" dirty="0">
              <a:effectLst/>
              <a:latin typeface="SymbolMT"/>
            </a:endParaRPr>
          </a:p>
          <a:p>
            <a:pPr>
              <a:buFont typeface="Arial" panose="020B0604020202020204" pitchFamily="34" charset="0"/>
              <a:buChar char="•"/>
            </a:pPr>
            <a:r>
              <a:rPr lang="es-MX" sz="1800" dirty="0">
                <a:effectLst/>
                <a:latin typeface="ArialMT"/>
              </a:rPr>
              <a:t>Registrando los datos obtenidos en la ficha de registro de atención de condiciones físicas y </a:t>
            </a:r>
            <a:endParaRPr lang="es-MX" sz="1800" dirty="0">
              <a:effectLst/>
              <a:latin typeface="SymbolMT"/>
            </a:endParaRPr>
          </a:p>
          <a:p>
            <a:pPr marL="0" indent="0">
              <a:buNone/>
            </a:pPr>
            <a:r>
              <a:rPr lang="es-MX" sz="1800" dirty="0">
                <a:effectLst/>
                <a:latin typeface="ArialMT"/>
              </a:rPr>
              <a:t>      socioemocionales. </a:t>
            </a:r>
            <a:endParaRPr lang="es-MX" sz="1800" dirty="0">
              <a:effectLst/>
              <a:latin typeface="SymbolMT"/>
            </a:endParaRPr>
          </a:p>
          <a:p>
            <a:endParaRPr lang="es-MX" dirty="0"/>
          </a:p>
        </p:txBody>
      </p:sp>
    </p:spTree>
    <p:extLst>
      <p:ext uri="{BB962C8B-B14F-4D97-AF65-F5344CB8AC3E}">
        <p14:creationId xmlns:p14="http://schemas.microsoft.com/office/powerpoint/2010/main" val="2320137751"/>
      </p:ext>
    </p:extLst>
  </p:cSld>
  <p:clrMapOvr>
    <a:masterClrMapping/>
  </p:clrMapOvr>
  <p:transition spd="slow">
    <p:randomBar dir="vert"/>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5FB6C212-5B1A-0DEA-6928-7E013A280A59}"/>
              </a:ext>
            </a:extLst>
          </p:cNvPr>
          <p:cNvSpPr>
            <a:spLocks noGrp="1"/>
          </p:cNvSpPr>
          <p:nvPr>
            <p:ph idx="1"/>
          </p:nvPr>
        </p:nvSpPr>
        <p:spPr>
          <a:xfrm>
            <a:off x="738130" y="1222872"/>
            <a:ext cx="10545566" cy="4949328"/>
          </a:xfrm>
        </p:spPr>
        <p:txBody>
          <a:bodyPr>
            <a:normAutofit/>
          </a:bodyPr>
          <a:lstStyle/>
          <a:p>
            <a:r>
              <a:rPr lang="es-MX" sz="2400" dirty="0">
                <a:solidFill>
                  <a:srgbClr val="0070C0"/>
                </a:solidFill>
                <a:effectLst/>
                <a:latin typeface="ArialMT"/>
              </a:rPr>
              <a:t>7. Verifica la presión arterial del usuario: </a:t>
            </a:r>
            <a:endParaRPr lang="es-MX" sz="2400" dirty="0">
              <a:solidFill>
                <a:srgbClr val="0070C0"/>
              </a:solidFill>
            </a:endParaRPr>
          </a:p>
          <a:p>
            <a:pPr>
              <a:buFont typeface="Arial" panose="020B0604020202020204" pitchFamily="34" charset="0"/>
              <a:buChar char="•"/>
            </a:pPr>
            <a:r>
              <a:rPr lang="es-MX" sz="2400" dirty="0">
                <a:effectLst/>
                <a:latin typeface="ArialMT"/>
              </a:rPr>
              <a:t>Explicando el procedimiento a seguir, conforme a las indicaciones del fabricante del monitor de presión arterial de brazo, </a:t>
            </a:r>
            <a:endParaRPr lang="es-MX" sz="2400" dirty="0">
              <a:effectLst/>
              <a:latin typeface="SymbolMT"/>
            </a:endParaRPr>
          </a:p>
          <a:p>
            <a:pPr>
              <a:buFont typeface="Arial" panose="020B0604020202020204" pitchFamily="34" charset="0"/>
              <a:buChar char="•"/>
            </a:pPr>
            <a:r>
              <a:rPr lang="es-MX" sz="2400" dirty="0">
                <a:effectLst/>
                <a:latin typeface="ArialMT"/>
              </a:rPr>
              <a:t>Colocando el brazalete en el brazo del usuario, conforme a las indicaciones del fabricante del equipo, </a:t>
            </a:r>
            <a:endParaRPr lang="es-MX" sz="2400" dirty="0">
              <a:effectLst/>
              <a:latin typeface="SymbolMT"/>
            </a:endParaRPr>
          </a:p>
          <a:p>
            <a:pPr>
              <a:buFont typeface="Arial" panose="020B0604020202020204" pitchFamily="34" charset="0"/>
              <a:buChar char="•"/>
            </a:pPr>
            <a:r>
              <a:rPr lang="es-MX" sz="2400" dirty="0">
                <a:effectLst/>
                <a:latin typeface="ArialMT"/>
              </a:rPr>
              <a:t>Solicitando al usuario, tome la postura recomendada por el fabricante del equipo, Activando el interruptor de inicio conforme lo señala el fabricante, y </a:t>
            </a:r>
            <a:endParaRPr lang="es-MX" sz="2400" dirty="0">
              <a:effectLst/>
              <a:latin typeface="SymbolMT"/>
            </a:endParaRPr>
          </a:p>
          <a:p>
            <a:pPr>
              <a:buFont typeface="Arial" panose="020B0604020202020204" pitchFamily="34" charset="0"/>
              <a:buChar char="•"/>
            </a:pPr>
            <a:r>
              <a:rPr lang="es-MX" sz="2400" dirty="0">
                <a:effectLst/>
                <a:latin typeface="ArialMT"/>
              </a:rPr>
              <a:t>Registrando los datos obtenidos en la ficha de registro de atención de condiciones físicas y socioemocionales. </a:t>
            </a:r>
            <a:endParaRPr lang="es-MX" sz="2400" dirty="0">
              <a:effectLst/>
              <a:latin typeface="SymbolMT"/>
            </a:endParaRPr>
          </a:p>
          <a:p>
            <a:endParaRPr lang="es-MX" dirty="0"/>
          </a:p>
        </p:txBody>
      </p:sp>
    </p:spTree>
    <p:extLst>
      <p:ext uri="{BB962C8B-B14F-4D97-AF65-F5344CB8AC3E}">
        <p14:creationId xmlns:p14="http://schemas.microsoft.com/office/powerpoint/2010/main" val="1358518779"/>
      </p:ext>
    </p:extLst>
  </p:cSld>
  <p:clrMapOvr>
    <a:masterClrMapping/>
  </p:clrMapOvr>
  <p:transition spd="slow">
    <p:randomBar dir="vert"/>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58E30CC-96A6-E1A2-E477-6C574F4A5FD2}"/>
              </a:ext>
            </a:extLst>
          </p:cNvPr>
          <p:cNvSpPr>
            <a:spLocks noGrp="1"/>
          </p:cNvSpPr>
          <p:nvPr>
            <p:ph type="title"/>
          </p:nvPr>
        </p:nvSpPr>
        <p:spPr>
          <a:xfrm>
            <a:off x="1011936" y="302964"/>
            <a:ext cx="10168128" cy="1179576"/>
          </a:xfrm>
        </p:spPr>
        <p:txBody>
          <a:bodyPr/>
          <a:lstStyle/>
          <a:p>
            <a:r>
              <a:rPr lang="es-MX" dirty="0"/>
              <a:t>productos</a:t>
            </a:r>
          </a:p>
        </p:txBody>
      </p:sp>
      <p:sp>
        <p:nvSpPr>
          <p:cNvPr id="3" name="Marcador de contenido 2">
            <a:extLst>
              <a:ext uri="{FF2B5EF4-FFF2-40B4-BE49-F238E27FC236}">
                <a16:creationId xmlns:a16="http://schemas.microsoft.com/office/drawing/2014/main" id="{A28D013A-8A24-A18B-67B2-8AB9F389589B}"/>
              </a:ext>
            </a:extLst>
          </p:cNvPr>
          <p:cNvSpPr>
            <a:spLocks noGrp="1"/>
          </p:cNvSpPr>
          <p:nvPr>
            <p:ph idx="1"/>
          </p:nvPr>
        </p:nvSpPr>
        <p:spPr>
          <a:xfrm>
            <a:off x="124690" y="1274619"/>
            <a:ext cx="11568545" cy="5280417"/>
          </a:xfrm>
        </p:spPr>
        <p:txBody>
          <a:bodyPr>
            <a:normAutofit/>
          </a:bodyPr>
          <a:lstStyle/>
          <a:p>
            <a:pPr marL="0" indent="0">
              <a:buNone/>
            </a:pPr>
            <a:endParaRPr lang="es-MX" dirty="0">
              <a:solidFill>
                <a:srgbClr val="0070C0"/>
              </a:solidFill>
              <a:effectLst/>
            </a:endParaRPr>
          </a:p>
          <a:p>
            <a:r>
              <a:rPr lang="es-MX" sz="1800" dirty="0">
                <a:solidFill>
                  <a:srgbClr val="0070C0"/>
                </a:solidFill>
                <a:effectLst/>
                <a:latin typeface="ArialMT"/>
              </a:rPr>
              <a:t>1. La bitácora/carpeta/documentación de atención integral del usuario conformada: </a:t>
            </a:r>
            <a:endParaRPr lang="es-MX" sz="1800" dirty="0">
              <a:solidFill>
                <a:srgbClr val="0070C0"/>
              </a:solidFill>
              <a:effectLst/>
            </a:endParaRPr>
          </a:p>
          <a:p>
            <a:pPr marL="742950" lvl="1" indent="-285750">
              <a:buFont typeface="Arial" panose="020B0604020202020204" pitchFamily="34" charset="0"/>
              <a:buChar char="•"/>
            </a:pPr>
            <a:r>
              <a:rPr lang="es-MX" sz="1800" dirty="0">
                <a:effectLst/>
                <a:latin typeface="ArialMT"/>
              </a:rPr>
              <a:t>Contiene la ficha de registro de atención de condiciones físicas y socioemocionales, plan de seguimiento de atención y consentimiento informado/aceptación del servicio tradicional y complementario, </a:t>
            </a:r>
            <a:endParaRPr lang="es-MX" sz="1800" dirty="0">
              <a:effectLst/>
              <a:latin typeface="SymbolMT"/>
            </a:endParaRPr>
          </a:p>
          <a:p>
            <a:pPr marL="742950" lvl="1" indent="-285750">
              <a:buFont typeface="Arial" panose="020B0604020202020204" pitchFamily="34" charset="0"/>
              <a:buChar char="•"/>
            </a:pPr>
            <a:r>
              <a:rPr lang="es-MX" sz="1800" dirty="0">
                <a:effectLst/>
                <a:latin typeface="ArialMT"/>
              </a:rPr>
              <a:t>Contiene fecha, nombre completo del usuario, edad, peso, estatura, fecha de nacimiento, dirección y folio asignado, </a:t>
            </a:r>
            <a:endParaRPr lang="es-MX" sz="1800" dirty="0">
              <a:effectLst/>
              <a:latin typeface="SymbolMT"/>
            </a:endParaRPr>
          </a:p>
          <a:p>
            <a:pPr marL="742950" lvl="1" indent="-285750">
              <a:buFont typeface="Arial" panose="020B0604020202020204" pitchFamily="34" charset="0"/>
              <a:buChar char="•"/>
            </a:pPr>
            <a:r>
              <a:rPr lang="es-MX" sz="1800" dirty="0">
                <a:effectLst/>
                <a:latin typeface="ArialMT"/>
              </a:rPr>
              <a:t>Incluye datos del médico tratante/profesional de la salud que atiende al usuario, </a:t>
            </a:r>
            <a:endParaRPr lang="es-MX" sz="1800" dirty="0">
              <a:effectLst/>
              <a:latin typeface="SymbolMT"/>
            </a:endParaRPr>
          </a:p>
          <a:p>
            <a:pPr marL="742950" lvl="1" indent="-285750">
              <a:buFont typeface="Arial" panose="020B0604020202020204" pitchFamily="34" charset="0"/>
              <a:buChar char="•"/>
            </a:pPr>
            <a:r>
              <a:rPr lang="es-MX" sz="1800" dirty="0">
                <a:effectLst/>
                <a:latin typeface="ArialMT"/>
              </a:rPr>
              <a:t>Contiene antecedentes físicos, fisiológicos, socioemocionales y heredo familiares, </a:t>
            </a:r>
            <a:endParaRPr lang="es-MX" sz="1800" dirty="0">
              <a:effectLst/>
              <a:latin typeface="SymbolMT"/>
            </a:endParaRPr>
          </a:p>
          <a:p>
            <a:pPr>
              <a:buFont typeface="Arial" panose="020B0604020202020204" pitchFamily="34" charset="0"/>
              <a:buChar char="•"/>
            </a:pPr>
            <a:r>
              <a:rPr lang="es-MX" sz="1800" dirty="0">
                <a:effectLst/>
                <a:latin typeface="ArialMT"/>
              </a:rPr>
              <a:t>Contiene el registro de enfermedades crónicas, degenerativas y alérgicas, Contiene información toxicológica, </a:t>
            </a:r>
            <a:endParaRPr lang="es-MX" sz="1800" dirty="0">
              <a:effectLst/>
              <a:latin typeface="SymbolMT"/>
            </a:endParaRPr>
          </a:p>
          <a:p>
            <a:pPr>
              <a:buFont typeface="Arial" panose="020B0604020202020204" pitchFamily="34" charset="0"/>
              <a:buChar char="•"/>
            </a:pPr>
            <a:r>
              <a:rPr lang="es-MX" sz="1800" dirty="0">
                <a:effectLst/>
                <a:latin typeface="ArialMT"/>
              </a:rPr>
              <a:t>Contiene información sobre hábitos personales, de sueño, alimenticios, de higiene, deportivos, </a:t>
            </a:r>
            <a:endParaRPr lang="es-MX" sz="1800" dirty="0">
              <a:effectLst/>
              <a:latin typeface="SymbolMT"/>
            </a:endParaRPr>
          </a:p>
          <a:p>
            <a:pPr marL="0" indent="0">
              <a:buNone/>
            </a:pPr>
            <a:r>
              <a:rPr lang="es-MX" sz="1800" dirty="0">
                <a:effectLst/>
                <a:latin typeface="ArialMT"/>
              </a:rPr>
              <a:t>    así como el consumo de sustancias farmacológicas y/o adictivas, </a:t>
            </a:r>
            <a:endParaRPr lang="es-MX" sz="1800" dirty="0">
              <a:effectLst/>
              <a:latin typeface="SymbolMT"/>
            </a:endParaRPr>
          </a:p>
          <a:p>
            <a:pPr>
              <a:buFont typeface="Arial" panose="020B0604020202020204" pitchFamily="34" charset="0"/>
              <a:buChar char="•"/>
            </a:pPr>
            <a:r>
              <a:rPr lang="es-MX" sz="1800" dirty="0">
                <a:effectLst/>
                <a:latin typeface="ArialMT"/>
              </a:rPr>
              <a:t>Contiene los registros de la medición de los signos vitales y de las observaciones realizadas </a:t>
            </a:r>
            <a:endParaRPr lang="es-MX" sz="1800" dirty="0">
              <a:effectLst/>
              <a:latin typeface="SymbolMT"/>
            </a:endParaRPr>
          </a:p>
          <a:p>
            <a:pPr marL="0" indent="0">
              <a:buNone/>
            </a:pPr>
            <a:r>
              <a:rPr lang="es-MX" sz="1800" dirty="0">
                <a:effectLst/>
                <a:latin typeface="ArialMT"/>
              </a:rPr>
              <a:t>      de la postura física del usuario, </a:t>
            </a:r>
            <a:endParaRPr lang="es-MX" sz="1800" dirty="0">
              <a:effectLst/>
              <a:latin typeface="SymbolMT"/>
            </a:endParaRPr>
          </a:p>
          <a:p>
            <a:endParaRPr lang="es-MX" dirty="0"/>
          </a:p>
        </p:txBody>
      </p:sp>
    </p:spTree>
    <p:extLst>
      <p:ext uri="{BB962C8B-B14F-4D97-AF65-F5344CB8AC3E}">
        <p14:creationId xmlns:p14="http://schemas.microsoft.com/office/powerpoint/2010/main" val="2986116037"/>
      </p:ext>
    </p:extLst>
  </p:cSld>
  <p:clrMapOvr>
    <a:masterClrMapping/>
  </p:clrMapOvr>
  <p:transition spd="slow">
    <p:randomBar dir="vert"/>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BFB0045E-9790-38DE-61CB-D640D183FD66}"/>
              </a:ext>
            </a:extLst>
          </p:cNvPr>
          <p:cNvSpPr>
            <a:spLocks noGrp="1"/>
          </p:cNvSpPr>
          <p:nvPr>
            <p:ph idx="1"/>
          </p:nvPr>
        </p:nvSpPr>
        <p:spPr>
          <a:xfrm>
            <a:off x="678873" y="969818"/>
            <a:ext cx="10604823" cy="5202383"/>
          </a:xfrm>
        </p:spPr>
        <p:txBody>
          <a:bodyPr>
            <a:normAutofit/>
          </a:bodyPr>
          <a:lstStyle/>
          <a:p>
            <a:pPr>
              <a:buFont typeface="Arial" panose="020B0604020202020204" pitchFamily="34" charset="0"/>
              <a:buChar char="•"/>
            </a:pPr>
            <a:r>
              <a:rPr lang="es-MX" dirty="0">
                <a:effectLst/>
                <a:latin typeface="ArialMT"/>
              </a:rPr>
              <a:t>Contiene </a:t>
            </a:r>
            <a:r>
              <a:rPr lang="es-MX" b="1" u="sng" dirty="0">
                <a:effectLst/>
                <a:latin typeface="ArialMT"/>
              </a:rPr>
              <a:t>el resumen </a:t>
            </a:r>
            <a:r>
              <a:rPr lang="es-MX" dirty="0">
                <a:effectLst/>
                <a:latin typeface="ArialMT"/>
              </a:rPr>
              <a:t>de los resultados actuales y previos con base en los estudios de laboratorio y gabinete, </a:t>
            </a:r>
            <a:endParaRPr lang="es-MX" dirty="0">
              <a:effectLst/>
              <a:latin typeface="SymbolMT"/>
            </a:endParaRPr>
          </a:p>
          <a:p>
            <a:pPr>
              <a:buFont typeface="Arial" panose="020B0604020202020204" pitchFamily="34" charset="0"/>
              <a:buChar char="•"/>
            </a:pPr>
            <a:r>
              <a:rPr lang="es-MX" dirty="0">
                <a:effectLst/>
                <a:latin typeface="ArialMT"/>
              </a:rPr>
              <a:t>Contiene información acerca de su interés/necesidad/malestar para recibir el servicio, </a:t>
            </a:r>
            <a:endParaRPr lang="es-MX" dirty="0">
              <a:effectLst/>
              <a:latin typeface="SymbolMT"/>
            </a:endParaRPr>
          </a:p>
          <a:p>
            <a:pPr>
              <a:buFont typeface="Arial" panose="020B0604020202020204" pitchFamily="34" charset="0"/>
              <a:buChar char="•"/>
            </a:pPr>
            <a:r>
              <a:rPr lang="es-MX" dirty="0">
                <a:effectLst/>
                <a:latin typeface="ArialMT"/>
              </a:rPr>
              <a:t>Señala la leyenda de que los servicios tradicionales y complementarios que se ofrecen no cubren, ni substituyen las indicaciones del médico tratante, y </a:t>
            </a:r>
            <a:endParaRPr lang="es-MX" dirty="0">
              <a:effectLst/>
              <a:latin typeface="SymbolMT"/>
            </a:endParaRPr>
          </a:p>
          <a:p>
            <a:pPr>
              <a:buFont typeface="Arial" panose="020B0604020202020204" pitchFamily="34" charset="0"/>
              <a:buChar char="•"/>
            </a:pPr>
            <a:r>
              <a:rPr lang="es-MX" dirty="0">
                <a:effectLst/>
                <a:latin typeface="ArialMT"/>
              </a:rPr>
              <a:t>Contiene el nombre completo y firma del usuario, del asistente auxiliar  y del profesinal que brinda los servivios tradicionales y complementarios</a:t>
            </a:r>
            <a:endParaRPr lang="es-MX" dirty="0">
              <a:effectLst/>
              <a:latin typeface="SymbolMT"/>
            </a:endParaRPr>
          </a:p>
          <a:p>
            <a:pPr marL="742950" lvl="1" indent="-285750">
              <a:buFont typeface="Arial" panose="020B0604020202020204" pitchFamily="34" charset="0"/>
              <a:buChar char="•"/>
            </a:pPr>
            <a:endParaRPr lang="es-MX" sz="1100" dirty="0">
              <a:effectLst/>
              <a:latin typeface="SymbolMT"/>
            </a:endParaRPr>
          </a:p>
          <a:p>
            <a:endParaRPr lang="es-MX" dirty="0"/>
          </a:p>
        </p:txBody>
      </p:sp>
    </p:spTree>
    <p:extLst>
      <p:ext uri="{BB962C8B-B14F-4D97-AF65-F5344CB8AC3E}">
        <p14:creationId xmlns:p14="http://schemas.microsoft.com/office/powerpoint/2010/main" val="267489973"/>
      </p:ext>
    </p:extLst>
  </p:cSld>
  <p:clrMapOvr>
    <a:masterClrMapping/>
  </p:clrMapOvr>
  <p:transition spd="slow">
    <p:randomBar dir="vert"/>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7A7E950-5177-53C2-A6F1-E249DBD8AFB4}"/>
              </a:ext>
            </a:extLst>
          </p:cNvPr>
          <p:cNvSpPr>
            <a:spLocks noGrp="1"/>
          </p:cNvSpPr>
          <p:nvPr>
            <p:ph type="title"/>
          </p:nvPr>
        </p:nvSpPr>
        <p:spPr/>
        <p:txBody>
          <a:bodyPr>
            <a:normAutofit fontScale="90000"/>
          </a:bodyPr>
          <a:lstStyle/>
          <a:p>
            <a:r>
              <a:rPr lang="es-MX" sz="4900" dirty="0">
                <a:solidFill>
                  <a:srgbClr val="0070C0"/>
                </a:solidFill>
              </a:rPr>
              <a:t>Conocimientos</a:t>
            </a:r>
            <a:br>
              <a:rPr lang="es-MX" dirty="0"/>
            </a:br>
            <a:r>
              <a:rPr lang="es-MX" sz="1800" dirty="0">
                <a:effectLst/>
                <a:latin typeface="ArialMT"/>
              </a:rPr>
              <a:t>. </a:t>
            </a:r>
            <a:br>
              <a:rPr lang="es-MX" dirty="0"/>
            </a:br>
            <a:r>
              <a:rPr lang="es-MX" sz="3100" dirty="0">
                <a:effectLst/>
                <a:latin typeface="ArialMT"/>
              </a:rPr>
              <a:t>La persona es competente cuando posee los siguientes: </a:t>
            </a:r>
            <a:br>
              <a:rPr lang="es-MX" dirty="0"/>
            </a:br>
            <a:endParaRPr lang="es-MX" dirty="0"/>
          </a:p>
        </p:txBody>
      </p:sp>
      <p:sp>
        <p:nvSpPr>
          <p:cNvPr id="3" name="Marcador de contenido 2">
            <a:extLst>
              <a:ext uri="{FF2B5EF4-FFF2-40B4-BE49-F238E27FC236}">
                <a16:creationId xmlns:a16="http://schemas.microsoft.com/office/drawing/2014/main" id="{05B3263A-E4A7-7E6F-8890-F48AEDE8A91B}"/>
              </a:ext>
            </a:extLst>
          </p:cNvPr>
          <p:cNvSpPr>
            <a:spLocks noGrp="1"/>
          </p:cNvSpPr>
          <p:nvPr>
            <p:ph idx="1"/>
          </p:nvPr>
        </p:nvSpPr>
        <p:spPr>
          <a:xfrm>
            <a:off x="339687" y="1944477"/>
            <a:ext cx="11512626" cy="4913523"/>
          </a:xfrm>
        </p:spPr>
        <p:txBody>
          <a:bodyPr>
            <a:normAutofit/>
          </a:bodyPr>
          <a:lstStyle/>
          <a:p>
            <a:r>
              <a:rPr lang="es-MX" sz="3600" dirty="0">
                <a:effectLst/>
                <a:latin typeface="ArialMT"/>
              </a:rPr>
              <a:t>1. Rangos y niveles de signos vitales en niños, adultos y personas de la tercera edad.        </a:t>
            </a:r>
            <a:endParaRPr lang="es-MX" sz="3600" dirty="0"/>
          </a:p>
          <a:p>
            <a:r>
              <a:rPr lang="es-MX" sz="3600" dirty="0">
                <a:effectLst/>
                <a:latin typeface="ArialMT"/>
              </a:rPr>
              <a:t>2. Goniometría: </a:t>
            </a:r>
            <a:r>
              <a:rPr lang="es-MX" sz="3600" dirty="0">
                <a:effectLst/>
                <a:latin typeface="SymbolMT"/>
              </a:rPr>
              <a:t>• </a:t>
            </a:r>
            <a:r>
              <a:rPr lang="es-MX" sz="3600" dirty="0">
                <a:effectLst/>
                <a:latin typeface="ArialMT"/>
              </a:rPr>
              <a:t>Concepto. </a:t>
            </a:r>
            <a:r>
              <a:rPr lang="es-MX" sz="3600" dirty="0">
                <a:effectLst/>
                <a:latin typeface="SymbolMT"/>
              </a:rPr>
              <a:t>• </a:t>
            </a:r>
            <a:r>
              <a:rPr lang="es-MX" sz="3600" dirty="0">
                <a:effectLst/>
                <a:latin typeface="ArialMT"/>
              </a:rPr>
              <a:t>Utilidad.</a:t>
            </a:r>
            <a:br>
              <a:rPr lang="es-MX" sz="3600" dirty="0">
                <a:effectLst/>
                <a:latin typeface="ArialMT"/>
              </a:rPr>
            </a:br>
            <a:r>
              <a:rPr lang="es-MX" sz="3600" dirty="0">
                <a:effectLst/>
                <a:latin typeface="SymbolMT"/>
              </a:rPr>
              <a:t>• </a:t>
            </a:r>
            <a:r>
              <a:rPr lang="es-MX" sz="3600" dirty="0">
                <a:effectLst/>
                <a:latin typeface="ArialMT"/>
              </a:rPr>
              <a:t>Aplicación. </a:t>
            </a:r>
            <a:endParaRPr lang="es-MX" sz="3600" dirty="0"/>
          </a:p>
          <a:p>
            <a:endParaRPr lang="es-MX" dirty="0"/>
          </a:p>
        </p:txBody>
      </p:sp>
    </p:spTree>
    <p:extLst>
      <p:ext uri="{BB962C8B-B14F-4D97-AF65-F5344CB8AC3E}">
        <p14:creationId xmlns:p14="http://schemas.microsoft.com/office/powerpoint/2010/main" val="1600014871"/>
      </p:ext>
    </p:extLst>
  </p:cSld>
  <p:clrMapOvr>
    <a:masterClrMapping/>
  </p:clrMapOvr>
  <p:transition spd="slow">
    <p:randomBar dir="vert"/>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18524509-B6E1-A617-FC26-BE08F4310213}"/>
              </a:ext>
            </a:extLst>
          </p:cNvPr>
          <p:cNvSpPr>
            <a:spLocks noGrp="1"/>
          </p:cNvSpPr>
          <p:nvPr>
            <p:ph idx="1"/>
          </p:nvPr>
        </p:nvSpPr>
        <p:spPr>
          <a:xfrm>
            <a:off x="609600" y="568036"/>
            <a:ext cx="10674096" cy="5604164"/>
          </a:xfrm>
        </p:spPr>
        <p:txBody>
          <a:bodyPr>
            <a:normAutofit fontScale="85000" lnSpcReduction="10000"/>
          </a:bodyPr>
          <a:lstStyle/>
          <a:p>
            <a:r>
              <a:rPr lang="es-MX" sz="4700" dirty="0">
                <a:solidFill>
                  <a:srgbClr val="0070C0"/>
                </a:solidFill>
                <a:effectLst/>
                <a:latin typeface="ArialMT"/>
              </a:rPr>
              <a:t>3. Biomecánica:</a:t>
            </a:r>
            <a:endParaRPr lang="es-MX" sz="4700" dirty="0">
              <a:solidFill>
                <a:srgbClr val="0070C0"/>
              </a:solidFill>
            </a:endParaRPr>
          </a:p>
          <a:p>
            <a:pPr>
              <a:buFont typeface="Arial" panose="020B0604020202020204" pitchFamily="34" charset="0"/>
              <a:buChar char="•"/>
            </a:pPr>
            <a:r>
              <a:rPr lang="es-MX" sz="2800" dirty="0">
                <a:effectLst/>
                <a:latin typeface="ArialMT"/>
              </a:rPr>
              <a:t>Definición. </a:t>
            </a:r>
            <a:endParaRPr lang="es-MX" sz="2800" dirty="0">
              <a:effectLst/>
              <a:latin typeface="SymbolMT"/>
            </a:endParaRPr>
          </a:p>
          <a:p>
            <a:pPr>
              <a:buFont typeface="Arial" panose="020B0604020202020204" pitchFamily="34" charset="0"/>
              <a:buChar char="•"/>
            </a:pPr>
            <a:r>
              <a:rPr lang="es-MX" sz="2800" dirty="0">
                <a:effectLst/>
                <a:latin typeface="ArialMT"/>
              </a:rPr>
              <a:t>Planos anatómicos. </a:t>
            </a:r>
            <a:endParaRPr lang="es-MX" sz="2800" dirty="0">
              <a:effectLst/>
              <a:latin typeface="SymbolMT"/>
            </a:endParaRPr>
          </a:p>
          <a:p>
            <a:pPr>
              <a:buFont typeface="Arial" panose="020B0604020202020204" pitchFamily="34" charset="0"/>
              <a:buChar char="•"/>
            </a:pPr>
            <a:r>
              <a:rPr lang="es-MX" sz="2800" dirty="0">
                <a:effectLst/>
                <a:latin typeface="ArialMT"/>
              </a:rPr>
              <a:t>Ejes del cuerpo. </a:t>
            </a:r>
            <a:endParaRPr lang="es-MX" sz="2800" dirty="0">
              <a:effectLst/>
              <a:latin typeface="SymbolMT"/>
            </a:endParaRPr>
          </a:p>
          <a:p>
            <a:pPr>
              <a:buFont typeface="Arial" panose="020B0604020202020204" pitchFamily="34" charset="0"/>
              <a:buChar char="•"/>
            </a:pPr>
            <a:r>
              <a:rPr lang="es-MX" sz="2800" dirty="0">
                <a:effectLst/>
                <a:latin typeface="ArialMT"/>
              </a:rPr>
              <a:t>Movimientos del cuerpo. </a:t>
            </a:r>
            <a:endParaRPr lang="es-MX" sz="2800" dirty="0">
              <a:effectLst/>
              <a:latin typeface="SymbolMT"/>
            </a:endParaRPr>
          </a:p>
          <a:p>
            <a:pPr>
              <a:buFont typeface="Arial" panose="020B0604020202020204" pitchFamily="34" charset="0"/>
              <a:buChar char="•"/>
            </a:pPr>
            <a:r>
              <a:rPr lang="es-MX" sz="2800" dirty="0">
                <a:effectLst/>
                <a:latin typeface="ArialMT"/>
              </a:rPr>
              <a:t>Anatomía y Fisiología topográfica. </a:t>
            </a:r>
            <a:endParaRPr lang="es-MX" sz="2800" dirty="0">
              <a:effectLst/>
              <a:latin typeface="SymbolMT"/>
            </a:endParaRPr>
          </a:p>
          <a:p>
            <a:pPr>
              <a:buFont typeface="Arial" panose="020B0604020202020204" pitchFamily="34" charset="0"/>
              <a:buChar char="•"/>
            </a:pPr>
            <a:r>
              <a:rPr lang="es-MX" sz="3500" dirty="0">
                <a:solidFill>
                  <a:srgbClr val="0070C0"/>
                </a:solidFill>
                <a:effectLst/>
                <a:latin typeface="ArialMT"/>
              </a:rPr>
              <a:t>4. Higiene de columna: </a:t>
            </a:r>
            <a:endParaRPr lang="es-MX" sz="3500" dirty="0">
              <a:solidFill>
                <a:srgbClr val="0070C0"/>
              </a:solidFill>
              <a:effectLst/>
              <a:latin typeface="SymbolMT"/>
            </a:endParaRPr>
          </a:p>
          <a:p>
            <a:pPr>
              <a:buFont typeface="Arial" panose="020B0604020202020204" pitchFamily="34" charset="0"/>
              <a:buChar char="•"/>
            </a:pPr>
            <a:r>
              <a:rPr lang="es-MX" sz="2800" dirty="0">
                <a:effectLst/>
                <a:latin typeface="ArialMT"/>
              </a:rPr>
              <a:t>Posiciones adecuadas. </a:t>
            </a:r>
            <a:endParaRPr lang="es-MX" sz="2800" dirty="0">
              <a:effectLst/>
              <a:latin typeface="SymbolMT"/>
            </a:endParaRPr>
          </a:p>
          <a:p>
            <a:pPr>
              <a:buFont typeface="Arial" panose="020B0604020202020204" pitchFamily="34" charset="0"/>
              <a:buChar char="•"/>
            </a:pPr>
            <a:r>
              <a:rPr lang="es-MX" sz="2800" dirty="0">
                <a:effectLst/>
                <a:latin typeface="ArialMT"/>
              </a:rPr>
              <a:t>Manipulaciones de carga. </a:t>
            </a:r>
            <a:endParaRPr lang="es-MX" sz="2800" dirty="0">
              <a:effectLst/>
              <a:latin typeface="SymbolMT"/>
            </a:endParaRPr>
          </a:p>
          <a:p>
            <a:pPr>
              <a:buFont typeface="Arial" panose="020B0604020202020204" pitchFamily="34" charset="0"/>
              <a:buChar char="•"/>
            </a:pPr>
            <a:r>
              <a:rPr lang="es-MX" sz="4300" dirty="0">
                <a:solidFill>
                  <a:srgbClr val="0070C0"/>
                </a:solidFill>
                <a:effectLst/>
                <a:latin typeface="ArialMT"/>
              </a:rPr>
              <a:t>5. Pruebas funcionales musculares de Daniels:</a:t>
            </a:r>
          </a:p>
          <a:p>
            <a:pPr marL="0" indent="0">
              <a:buNone/>
            </a:pPr>
            <a:r>
              <a:rPr lang="es-MX" sz="4300" dirty="0">
                <a:solidFill>
                  <a:srgbClr val="0070C0"/>
                </a:solidFill>
                <a:effectLst/>
                <a:latin typeface="ArialMT"/>
              </a:rPr>
              <a:t> </a:t>
            </a:r>
            <a:r>
              <a:rPr lang="es-MX" sz="2800" dirty="0">
                <a:effectLst/>
                <a:latin typeface="SymbolMT"/>
              </a:rPr>
              <a:t>• </a:t>
            </a:r>
            <a:r>
              <a:rPr lang="es-MX" sz="2800" dirty="0">
                <a:effectLst/>
                <a:latin typeface="ArialMT"/>
              </a:rPr>
              <a:t>Posiciones.</a:t>
            </a:r>
            <a:br>
              <a:rPr lang="es-MX" sz="2800" dirty="0">
                <a:effectLst/>
                <a:latin typeface="ArialMT"/>
              </a:rPr>
            </a:br>
            <a:r>
              <a:rPr lang="es-MX" sz="2800" dirty="0">
                <a:effectLst/>
                <a:latin typeface="SymbolMT"/>
              </a:rPr>
              <a:t>• </a:t>
            </a:r>
            <a:r>
              <a:rPr lang="es-MX" sz="2800" dirty="0">
                <a:effectLst/>
                <a:latin typeface="ArialMT"/>
              </a:rPr>
              <a:t>Desarrollo. </a:t>
            </a:r>
            <a:endParaRPr lang="es-MX" sz="2800" dirty="0">
              <a:effectLst/>
              <a:latin typeface="SymbolMT"/>
            </a:endParaRPr>
          </a:p>
          <a:p>
            <a:endParaRPr lang="es-MX" dirty="0"/>
          </a:p>
        </p:txBody>
      </p:sp>
    </p:spTree>
    <p:extLst>
      <p:ext uri="{BB962C8B-B14F-4D97-AF65-F5344CB8AC3E}">
        <p14:creationId xmlns:p14="http://schemas.microsoft.com/office/powerpoint/2010/main" val="315598074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E15655F-D5A8-959B-5880-76B5FD30E3BC}"/>
              </a:ext>
            </a:extLst>
          </p:cNvPr>
          <p:cNvSpPr>
            <a:spLocks noGrp="1"/>
          </p:cNvSpPr>
          <p:nvPr>
            <p:ph type="title"/>
          </p:nvPr>
        </p:nvSpPr>
        <p:spPr>
          <a:xfrm>
            <a:off x="720436" y="548640"/>
            <a:ext cx="10563260" cy="1179576"/>
          </a:xfrm>
        </p:spPr>
        <p:txBody>
          <a:bodyPr>
            <a:noAutofit/>
          </a:bodyPr>
          <a:lstStyle/>
          <a:p>
            <a:r>
              <a:rPr lang="es-MX" sz="2800" dirty="0">
                <a:effectLst/>
                <a:latin typeface="ArialMT"/>
              </a:rPr>
              <a:t>L </a:t>
            </a:r>
            <a:r>
              <a:rPr lang="es-MX" sz="2000" dirty="0">
                <a:effectLst/>
                <a:latin typeface="ArialMT"/>
              </a:rPr>
              <a:t>APERSONA ES COMPETENTE CUANDO DEMUESTRA LAS SIGUIENTES: </a:t>
            </a:r>
            <a:br>
              <a:rPr lang="es-MX" sz="2000" dirty="0">
                <a:effectLst/>
                <a:latin typeface="ArialMT"/>
              </a:rPr>
            </a:br>
            <a:br>
              <a:rPr lang="es-MX" sz="2000" dirty="0">
                <a:effectLst/>
                <a:latin typeface="ArialMT"/>
              </a:rPr>
            </a:br>
            <a:r>
              <a:rPr lang="es-MX" sz="2000" dirty="0">
                <a:effectLst/>
                <a:latin typeface="ArialMT"/>
              </a:rPr>
              <a:t>ACTITUDES/HÁBITOS/VALORES </a:t>
            </a:r>
            <a:br>
              <a:rPr lang="es-MX" sz="2800" dirty="0">
                <a:effectLst/>
              </a:rPr>
            </a:br>
            <a:endParaRPr lang="es-MX" sz="2800" dirty="0"/>
          </a:p>
        </p:txBody>
      </p:sp>
      <p:sp>
        <p:nvSpPr>
          <p:cNvPr id="3" name="Marcador de contenido 2">
            <a:extLst>
              <a:ext uri="{FF2B5EF4-FFF2-40B4-BE49-F238E27FC236}">
                <a16:creationId xmlns:a16="http://schemas.microsoft.com/office/drawing/2014/main" id="{949A4612-87FB-23B1-51CB-5CF738696C40}"/>
              </a:ext>
            </a:extLst>
          </p:cNvPr>
          <p:cNvSpPr>
            <a:spLocks noGrp="1"/>
          </p:cNvSpPr>
          <p:nvPr>
            <p:ph idx="1"/>
          </p:nvPr>
        </p:nvSpPr>
        <p:spPr>
          <a:xfrm>
            <a:off x="457199" y="2216726"/>
            <a:ext cx="11263746" cy="4378037"/>
          </a:xfrm>
        </p:spPr>
        <p:txBody>
          <a:bodyPr>
            <a:normAutofit/>
          </a:bodyPr>
          <a:lstStyle/>
          <a:p>
            <a:r>
              <a:rPr lang="es-MX" sz="2400" dirty="0">
                <a:effectLst/>
                <a:latin typeface="ArialMT"/>
              </a:rPr>
              <a:t>1. Amabilidad: La manera en que brinda el servicio al usuario, resolviendo sus dudas y recibiendo comentarios. </a:t>
            </a:r>
            <a:endParaRPr lang="es-MX" sz="2400" dirty="0"/>
          </a:p>
          <a:p>
            <a:r>
              <a:rPr lang="es-MX" sz="2400" dirty="0">
                <a:effectLst/>
                <a:latin typeface="ArialMT"/>
              </a:rPr>
              <a:t>2. Orden: La manera en que integra el expediente clínico del usuario conforme al servicio tradicional y complementario otorgado. </a:t>
            </a:r>
            <a:endParaRPr lang="es-MX" sz="2400" dirty="0"/>
          </a:p>
          <a:p>
            <a:r>
              <a:rPr lang="es-MX" sz="2400" dirty="0">
                <a:effectLst/>
                <a:latin typeface="ArialMT"/>
              </a:rPr>
              <a:t>3. Responsabilidad: </a:t>
            </a:r>
            <a:endParaRPr lang="es-MX" sz="2400" dirty="0"/>
          </a:p>
          <a:p>
            <a:r>
              <a:rPr lang="es-MX" sz="2400" dirty="0">
                <a:effectLst/>
                <a:latin typeface="ArialMT"/>
              </a:rPr>
              <a:t>La manera en que recaba y resguarda y no hace mal uso de la información que ha proporcionado el usuario </a:t>
            </a:r>
          </a:p>
          <a:p>
            <a:endParaRPr lang="es-MX" sz="1800" dirty="0">
              <a:latin typeface="ArialMT"/>
            </a:endParaRPr>
          </a:p>
          <a:p>
            <a:endParaRPr lang="es-MX" sz="1800" dirty="0">
              <a:latin typeface="ArialMT"/>
            </a:endParaRPr>
          </a:p>
          <a:p>
            <a:endParaRPr lang="es-MX" dirty="0"/>
          </a:p>
        </p:txBody>
      </p:sp>
    </p:spTree>
    <p:extLst>
      <p:ext uri="{BB962C8B-B14F-4D97-AF65-F5344CB8AC3E}">
        <p14:creationId xmlns:p14="http://schemas.microsoft.com/office/powerpoint/2010/main" val="365474973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5A20B1F-C6CB-9761-C121-B48E0D21863E}"/>
              </a:ext>
            </a:extLst>
          </p:cNvPr>
          <p:cNvSpPr>
            <a:spLocks noGrp="1"/>
          </p:cNvSpPr>
          <p:nvPr>
            <p:ph type="title"/>
          </p:nvPr>
        </p:nvSpPr>
        <p:spPr/>
        <p:txBody>
          <a:bodyPr>
            <a:normAutofit fontScale="90000"/>
          </a:bodyPr>
          <a:lstStyle/>
          <a:p>
            <a:r>
              <a:rPr lang="es-MX" sz="2800" dirty="0">
                <a:effectLst/>
                <a:latin typeface="ArialMT"/>
              </a:rPr>
              <a:t>CRITERIOS DE EVALUACIÓN</a:t>
            </a:r>
            <a:br>
              <a:rPr lang="es-MX" sz="2800" dirty="0">
                <a:effectLst/>
                <a:latin typeface="ArialMT"/>
              </a:rPr>
            </a:br>
            <a:r>
              <a:rPr lang="es-MX" sz="2800" dirty="0">
                <a:effectLst/>
                <a:latin typeface="ArialMT"/>
              </a:rPr>
              <a:t>La persona es competente cuando demuestra los siguientes: DESEMPEÑOS </a:t>
            </a:r>
            <a:br>
              <a:rPr lang="es-MX" sz="1100" dirty="0"/>
            </a:br>
            <a:endParaRPr lang="es-MX" sz="2400" dirty="0"/>
          </a:p>
        </p:txBody>
      </p:sp>
      <p:sp>
        <p:nvSpPr>
          <p:cNvPr id="3" name="Marcador de contenido 2">
            <a:extLst>
              <a:ext uri="{FF2B5EF4-FFF2-40B4-BE49-F238E27FC236}">
                <a16:creationId xmlns:a16="http://schemas.microsoft.com/office/drawing/2014/main" id="{175A3FB7-4E4B-9650-922E-3EC8E5FE13C7}"/>
              </a:ext>
            </a:extLst>
          </p:cNvPr>
          <p:cNvSpPr>
            <a:spLocks noGrp="1"/>
          </p:cNvSpPr>
          <p:nvPr>
            <p:ph idx="1"/>
          </p:nvPr>
        </p:nvSpPr>
        <p:spPr>
          <a:xfrm>
            <a:off x="539827" y="1872867"/>
            <a:ext cx="10994833" cy="4436493"/>
          </a:xfrm>
        </p:spPr>
        <p:txBody>
          <a:bodyPr>
            <a:normAutofit fontScale="85000" lnSpcReduction="20000"/>
          </a:bodyPr>
          <a:lstStyle/>
          <a:p>
            <a:r>
              <a:rPr lang="es-MX" sz="3600" dirty="0">
                <a:effectLst/>
                <a:latin typeface="ArialMT"/>
              </a:rPr>
              <a:t>1. Introduce al usuario a la contribución tradicional y complementaria: </a:t>
            </a:r>
            <a:endParaRPr lang="es-MX" sz="3600" dirty="0"/>
          </a:p>
          <a:p>
            <a:pPr>
              <a:buFont typeface="Arial" panose="020B0604020202020204" pitchFamily="34" charset="0"/>
              <a:buChar char="•"/>
            </a:pPr>
            <a:r>
              <a:rPr lang="es-MX" sz="3600" dirty="0">
                <a:effectLst/>
                <a:latin typeface="ArialMT"/>
              </a:rPr>
              <a:t>Antes de que reciba la atención tradicional y complementaria, </a:t>
            </a:r>
            <a:endParaRPr lang="es-MX" sz="3600" dirty="0">
              <a:effectLst/>
              <a:latin typeface="SymbolMT"/>
            </a:endParaRPr>
          </a:p>
          <a:p>
            <a:pPr marL="0" indent="0">
              <a:buNone/>
            </a:pPr>
            <a:r>
              <a:rPr lang="es-MX" sz="3600" dirty="0">
                <a:effectLst/>
                <a:latin typeface="ArialMT"/>
              </a:rPr>
              <a:t>    Identificando que no haya impedimento para recibir la atención tradicional y complementaria, de las condiciones físicas y socioemocionales de las personas, y </a:t>
            </a:r>
            <a:endParaRPr lang="es-MX" sz="3600" dirty="0">
              <a:effectLst/>
              <a:latin typeface="SymbolMT"/>
            </a:endParaRPr>
          </a:p>
          <a:p>
            <a:pPr>
              <a:buFont typeface="Arial" panose="020B0604020202020204" pitchFamily="34" charset="0"/>
              <a:buChar char="•"/>
            </a:pPr>
            <a:r>
              <a:rPr lang="es-MX" sz="3600" dirty="0">
                <a:effectLst/>
                <a:latin typeface="ArialMT"/>
              </a:rPr>
              <a:t>Resaltando la importancia y el compromiso del usuario para el resultado satisfactorio de la atención tradicional y complementaria. </a:t>
            </a:r>
            <a:endParaRPr lang="es-MX" sz="3600" dirty="0">
              <a:effectLst/>
              <a:latin typeface="SymbolMT"/>
            </a:endParaRPr>
          </a:p>
          <a:p>
            <a:pPr marL="0" indent="0">
              <a:buNone/>
            </a:pPr>
            <a:r>
              <a:rPr lang="es-MX" sz="3600" dirty="0">
                <a:effectLst/>
                <a:latin typeface="ArialMT"/>
              </a:rPr>
              <a:t> </a:t>
            </a:r>
            <a:endParaRPr lang="es-MX" sz="3600" dirty="0">
              <a:effectLst/>
              <a:latin typeface="SymbolMT"/>
            </a:endParaRPr>
          </a:p>
          <a:p>
            <a:endParaRPr lang="es-MX" dirty="0"/>
          </a:p>
        </p:txBody>
      </p:sp>
    </p:spTree>
    <p:extLst>
      <p:ext uri="{BB962C8B-B14F-4D97-AF65-F5344CB8AC3E}">
        <p14:creationId xmlns:p14="http://schemas.microsoft.com/office/powerpoint/2010/main" val="200607735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76F7121E-1E6F-35C3-57CF-1661394FE0BB}"/>
              </a:ext>
            </a:extLst>
          </p:cNvPr>
          <p:cNvSpPr>
            <a:spLocks noGrp="1"/>
          </p:cNvSpPr>
          <p:nvPr>
            <p:ph idx="1"/>
          </p:nvPr>
        </p:nvSpPr>
        <p:spPr>
          <a:xfrm>
            <a:off x="207818" y="415636"/>
            <a:ext cx="11790217" cy="5756565"/>
          </a:xfrm>
        </p:spPr>
        <p:txBody>
          <a:bodyPr>
            <a:noAutofit/>
          </a:bodyPr>
          <a:lstStyle/>
          <a:p>
            <a:r>
              <a:rPr lang="es-MX" sz="2400" dirty="0">
                <a:effectLst/>
                <a:latin typeface="ArialMT"/>
              </a:rPr>
              <a:t>2. Explica el procedimiento designado por el especialista en la contribución tradicional y complementaria: </a:t>
            </a:r>
            <a:endParaRPr lang="es-MX" sz="2400" dirty="0"/>
          </a:p>
          <a:p>
            <a:pPr>
              <a:buFont typeface="Arial" panose="020B0604020202020204" pitchFamily="34" charset="0"/>
              <a:buChar char="•"/>
            </a:pPr>
            <a:r>
              <a:rPr lang="es-MX" sz="2400" dirty="0">
                <a:effectLst/>
                <a:latin typeface="ArialMT"/>
              </a:rPr>
              <a:t>Partiendo de los hallazgos encontrados durante la inspección visual de las condiciones del usuario /de una solicitud de atención por parte de un profesional de la salud/usuario sobre la recuperación de sus condiciones físicas y socioemocionales o de los hallazgos identificados en la exploración del usuario, </a:t>
            </a:r>
            <a:endParaRPr lang="es-MX" sz="2400" dirty="0">
              <a:effectLst/>
              <a:latin typeface="SymbolMT"/>
            </a:endParaRPr>
          </a:p>
          <a:p>
            <a:pPr>
              <a:buFont typeface="Arial" panose="020B0604020202020204" pitchFamily="34" charset="0"/>
              <a:buChar char="•"/>
            </a:pPr>
            <a:r>
              <a:rPr lang="es-MX" sz="2400" dirty="0">
                <a:effectLst/>
                <a:latin typeface="ArialMT"/>
              </a:rPr>
              <a:t>Describiendo la atención tradicional y complementaria, así como sus bondades/beneficios/ventajas y alcance/casos de éxito, </a:t>
            </a:r>
            <a:endParaRPr lang="es-MX" sz="2400" dirty="0">
              <a:effectLst/>
              <a:latin typeface="SymbolMT"/>
            </a:endParaRPr>
          </a:p>
          <a:p>
            <a:pPr>
              <a:buFont typeface="Arial" panose="020B0604020202020204" pitchFamily="34" charset="0"/>
              <a:buChar char="•"/>
            </a:pPr>
            <a:r>
              <a:rPr lang="es-MX" sz="2400" dirty="0">
                <a:effectLst/>
                <a:latin typeface="ArialMT"/>
              </a:rPr>
              <a:t>Señalando posibles reacciones/sensaciones/efectos durante y después de la atención,  Mencionando el objetivo a alcanzar, </a:t>
            </a:r>
            <a:endParaRPr lang="es-MX" sz="2400" dirty="0">
              <a:effectLst/>
              <a:latin typeface="SymbolMT"/>
            </a:endParaRPr>
          </a:p>
          <a:p>
            <a:pPr>
              <a:buFont typeface="Arial" panose="020B0604020202020204" pitchFamily="34" charset="0"/>
              <a:buChar char="•"/>
            </a:pPr>
            <a:r>
              <a:rPr lang="es-MX" sz="2400" dirty="0">
                <a:effectLst/>
                <a:latin typeface="ArialMT"/>
              </a:rPr>
              <a:t>Describiendo la vestimenta recomendada para la atención tradicional y complementaria, y </a:t>
            </a:r>
            <a:endParaRPr lang="es-MX" sz="2400" dirty="0">
              <a:effectLst/>
              <a:latin typeface="SymbolMT"/>
            </a:endParaRPr>
          </a:p>
          <a:p>
            <a:pPr>
              <a:buFont typeface="Arial" panose="020B0604020202020204" pitchFamily="34" charset="0"/>
              <a:buChar char="•"/>
            </a:pPr>
            <a:r>
              <a:rPr lang="es-MX" sz="2400" dirty="0">
                <a:solidFill>
                  <a:srgbClr val="FF0000"/>
                </a:solidFill>
                <a:effectLst/>
                <a:latin typeface="ArialMT"/>
              </a:rPr>
              <a:t>Preguntando si tiene dudas o algún comentario, para atenderlas</a:t>
            </a:r>
            <a:endParaRPr lang="es-MX" sz="2400" dirty="0">
              <a:solidFill>
                <a:srgbClr val="FF0000"/>
              </a:solidFill>
            </a:endParaRPr>
          </a:p>
        </p:txBody>
      </p:sp>
    </p:spTree>
    <p:extLst>
      <p:ext uri="{BB962C8B-B14F-4D97-AF65-F5344CB8AC3E}">
        <p14:creationId xmlns:p14="http://schemas.microsoft.com/office/powerpoint/2010/main" val="194811091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E90ADC19-DEC1-8B0C-7F64-E86204AB54D8}"/>
              </a:ext>
            </a:extLst>
          </p:cNvPr>
          <p:cNvSpPr>
            <a:spLocks noGrp="1"/>
          </p:cNvSpPr>
          <p:nvPr>
            <p:ph idx="1"/>
          </p:nvPr>
        </p:nvSpPr>
        <p:spPr>
          <a:xfrm>
            <a:off x="694063" y="683047"/>
            <a:ext cx="10589633" cy="5489154"/>
          </a:xfrm>
        </p:spPr>
        <p:txBody>
          <a:bodyPr>
            <a:normAutofit/>
          </a:bodyPr>
          <a:lstStyle/>
          <a:p>
            <a:r>
              <a:rPr lang="es-MX" sz="1800" dirty="0">
                <a:solidFill>
                  <a:srgbClr val="0070C0"/>
                </a:solidFill>
                <a:effectLst/>
                <a:latin typeface="ArialMT"/>
              </a:rPr>
              <a:t>3. Presenta al usuario el documento de consentimiento informado/aceptación del servicio: </a:t>
            </a:r>
            <a:endParaRPr lang="es-MX" dirty="0">
              <a:solidFill>
                <a:srgbClr val="0070C0"/>
              </a:solidFill>
            </a:endParaRPr>
          </a:p>
          <a:p>
            <a:pPr>
              <a:buFont typeface="Arial" panose="020B0604020202020204" pitchFamily="34" charset="0"/>
              <a:buChar char="•"/>
            </a:pPr>
            <a:r>
              <a:rPr lang="es-MX" sz="1800" dirty="0">
                <a:effectLst/>
                <a:latin typeface="ArialMT"/>
              </a:rPr>
              <a:t>Antes de dar inicio a la atención tradicional y complementaria, </a:t>
            </a:r>
            <a:endParaRPr lang="es-MX" sz="1800" dirty="0">
              <a:effectLst/>
              <a:latin typeface="SymbolMT"/>
            </a:endParaRPr>
          </a:p>
          <a:p>
            <a:pPr>
              <a:buFont typeface="Arial" panose="020B0604020202020204" pitchFamily="34" charset="0"/>
              <a:buChar char="•"/>
            </a:pPr>
            <a:r>
              <a:rPr lang="es-MX" sz="1800" dirty="0">
                <a:effectLst/>
                <a:latin typeface="ArialMT"/>
              </a:rPr>
              <a:t>Describiendo en qué consiste el documento, su contenido y alcances, y </a:t>
            </a:r>
            <a:endParaRPr lang="es-MX" sz="1800" dirty="0">
              <a:effectLst/>
              <a:latin typeface="SymbolMT"/>
            </a:endParaRPr>
          </a:p>
          <a:p>
            <a:pPr marL="0" indent="0">
              <a:buNone/>
            </a:pPr>
            <a:r>
              <a:rPr lang="es-MX" sz="1800" dirty="0">
                <a:effectLst/>
                <a:latin typeface="ArialMT"/>
              </a:rPr>
              <a:t>    Recabando firma de aceptación por parte del usuario. </a:t>
            </a:r>
            <a:endParaRPr lang="es-MX" sz="1800" dirty="0">
              <a:effectLst/>
              <a:latin typeface="SymbolMT"/>
            </a:endParaRPr>
          </a:p>
          <a:p>
            <a:r>
              <a:rPr lang="es-MX" sz="1800" dirty="0">
                <a:solidFill>
                  <a:srgbClr val="0070C0"/>
                </a:solidFill>
                <a:effectLst/>
                <a:latin typeface="ArialMT"/>
              </a:rPr>
              <a:t>4. Informa al usuario sobre la finalización del servicio tradicional y complementario: </a:t>
            </a:r>
            <a:endParaRPr lang="es-MX" dirty="0">
              <a:solidFill>
                <a:srgbClr val="0070C0"/>
              </a:solidFill>
            </a:endParaRPr>
          </a:p>
          <a:p>
            <a:pPr marL="0" indent="0">
              <a:buNone/>
            </a:pPr>
            <a:r>
              <a:rPr lang="es-MX" sz="1800" dirty="0">
                <a:solidFill>
                  <a:srgbClr val="0070C0"/>
                </a:solidFill>
                <a:effectLst/>
                <a:latin typeface="ArialMT"/>
              </a:rPr>
              <a:t>     Indicando que el servicio ha finalizado, </a:t>
            </a:r>
            <a:endParaRPr lang="es-MX" sz="1800" dirty="0">
              <a:solidFill>
                <a:srgbClr val="0070C0"/>
              </a:solidFill>
              <a:effectLst/>
              <a:latin typeface="SymbolMT"/>
            </a:endParaRPr>
          </a:p>
          <a:p>
            <a:pPr>
              <a:buFont typeface="Arial" panose="020B0604020202020204" pitchFamily="34" charset="0"/>
              <a:buChar char="•"/>
            </a:pPr>
            <a:r>
              <a:rPr lang="es-MX" sz="1800" dirty="0">
                <a:effectLst/>
                <a:latin typeface="ArialMT"/>
              </a:rPr>
              <a:t>Mencionando que puede permanecer en la mesa/superficie por unos momentos y sus razones, </a:t>
            </a:r>
            <a:endParaRPr lang="es-MX" sz="1800" dirty="0">
              <a:effectLst/>
              <a:latin typeface="SymbolMT"/>
            </a:endParaRPr>
          </a:p>
          <a:p>
            <a:pPr>
              <a:buFont typeface="Arial" panose="020B0604020202020204" pitchFamily="34" charset="0"/>
              <a:buChar char="•"/>
            </a:pPr>
            <a:r>
              <a:rPr lang="es-MX" sz="1800" dirty="0">
                <a:effectLst/>
                <a:latin typeface="ArialMT"/>
              </a:rPr>
              <a:t>Preguntando cómo se siente después de la atención recibida, </a:t>
            </a:r>
            <a:endParaRPr lang="es-MX" sz="1800" dirty="0">
              <a:effectLst/>
              <a:latin typeface="SymbolMT"/>
            </a:endParaRPr>
          </a:p>
          <a:p>
            <a:pPr>
              <a:buFont typeface="Arial" panose="020B0604020202020204" pitchFamily="34" charset="0"/>
              <a:buChar char="•"/>
            </a:pPr>
            <a:r>
              <a:rPr lang="es-MX" sz="1800" dirty="0">
                <a:effectLst/>
                <a:latin typeface="ArialMT"/>
              </a:rPr>
              <a:t>Preguntando si tiene dudas al respecto para atenderlas, </a:t>
            </a:r>
            <a:endParaRPr lang="es-MX" sz="1800" dirty="0">
              <a:effectLst/>
              <a:latin typeface="SymbolMT"/>
            </a:endParaRPr>
          </a:p>
          <a:p>
            <a:pPr>
              <a:buFont typeface="Arial" panose="020B0604020202020204" pitchFamily="34" charset="0"/>
              <a:buChar char="•"/>
            </a:pPr>
            <a:r>
              <a:rPr lang="es-MX" sz="1800" dirty="0">
                <a:effectLst/>
                <a:latin typeface="ArialMT"/>
              </a:rPr>
              <a:t>Informando el efecto de las técnicas dentro de las veinticuatro horas subsecuentes a su </a:t>
            </a:r>
            <a:endParaRPr lang="es-MX" sz="1800" dirty="0">
              <a:effectLst/>
              <a:latin typeface="SymbolMT"/>
            </a:endParaRPr>
          </a:p>
          <a:p>
            <a:pPr marL="0" indent="0">
              <a:buNone/>
            </a:pPr>
            <a:r>
              <a:rPr lang="es-MX" sz="1800" dirty="0">
                <a:effectLst/>
                <a:latin typeface="ArialMT"/>
              </a:rPr>
              <a:t>     aplicación, </a:t>
            </a:r>
            <a:endParaRPr lang="es-MX" sz="1800" dirty="0">
              <a:effectLst/>
              <a:latin typeface="SymbolMT"/>
            </a:endParaRPr>
          </a:p>
          <a:p>
            <a:pPr>
              <a:buFont typeface="Arial" panose="020B0604020202020204" pitchFamily="34" charset="0"/>
              <a:buChar char="•"/>
            </a:pPr>
            <a:r>
              <a:rPr lang="es-MX" sz="1800" dirty="0">
                <a:effectLst/>
                <a:latin typeface="ArialMT"/>
              </a:rPr>
              <a:t>Explicando la forma que debe incorporarse, conforme a los protocolos de Higiene de Columna, </a:t>
            </a:r>
            <a:endParaRPr lang="es-MX" sz="1800" dirty="0">
              <a:effectLst/>
              <a:latin typeface="SymbolMT"/>
            </a:endParaRPr>
          </a:p>
          <a:p>
            <a:pPr marL="0" indent="0">
              <a:buNone/>
            </a:pPr>
            <a:r>
              <a:rPr lang="es-MX" sz="1800" dirty="0">
                <a:effectLst/>
                <a:latin typeface="ArialMT"/>
              </a:rPr>
              <a:t>         y  Dejando el área de trabajo para permitirle al usuario vestirse. </a:t>
            </a:r>
            <a:endParaRPr lang="es-MX" sz="1800" dirty="0">
              <a:effectLst/>
              <a:latin typeface="SymbolMT"/>
            </a:endParaRPr>
          </a:p>
          <a:p>
            <a:endParaRPr lang="es-MX" dirty="0"/>
          </a:p>
        </p:txBody>
      </p:sp>
    </p:spTree>
    <p:extLst>
      <p:ext uri="{BB962C8B-B14F-4D97-AF65-F5344CB8AC3E}">
        <p14:creationId xmlns:p14="http://schemas.microsoft.com/office/powerpoint/2010/main" val="415809628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53C475C-4176-27F8-314C-524137FD4EFA}"/>
              </a:ext>
            </a:extLst>
          </p:cNvPr>
          <p:cNvSpPr>
            <a:spLocks noGrp="1"/>
          </p:cNvSpPr>
          <p:nvPr>
            <p:ph type="title"/>
          </p:nvPr>
        </p:nvSpPr>
        <p:spPr/>
        <p:txBody>
          <a:bodyPr>
            <a:normAutofit/>
          </a:bodyPr>
          <a:lstStyle/>
          <a:p>
            <a:r>
              <a:rPr lang="es-MX" sz="1800" dirty="0">
                <a:effectLst/>
                <a:latin typeface="ArialMT"/>
              </a:rPr>
              <a:t>La persona es competente cuando obtiene los siguientes: PRODUCTOS </a:t>
            </a:r>
            <a:br>
              <a:rPr lang="es-MX" sz="1200" dirty="0">
                <a:effectLst/>
              </a:rPr>
            </a:br>
            <a:endParaRPr lang="es-MX" sz="2800" dirty="0"/>
          </a:p>
        </p:txBody>
      </p:sp>
      <p:sp>
        <p:nvSpPr>
          <p:cNvPr id="3" name="Marcador de contenido 2">
            <a:extLst>
              <a:ext uri="{FF2B5EF4-FFF2-40B4-BE49-F238E27FC236}">
                <a16:creationId xmlns:a16="http://schemas.microsoft.com/office/drawing/2014/main" id="{8AFB5C7D-C995-BABD-E1A9-C4DE530EEA27}"/>
              </a:ext>
            </a:extLst>
          </p:cNvPr>
          <p:cNvSpPr>
            <a:spLocks noGrp="1"/>
          </p:cNvSpPr>
          <p:nvPr>
            <p:ph idx="1"/>
          </p:nvPr>
        </p:nvSpPr>
        <p:spPr>
          <a:xfrm>
            <a:off x="319489" y="1586429"/>
            <a:ext cx="10964207" cy="4585771"/>
          </a:xfrm>
        </p:spPr>
        <p:txBody>
          <a:bodyPr>
            <a:normAutofit/>
          </a:bodyPr>
          <a:lstStyle/>
          <a:p>
            <a:r>
              <a:rPr lang="es-MX" sz="2400" dirty="0"/>
              <a:t>1. La carta de consentimiento informado/aceptación del servicio elaborada:</a:t>
            </a:r>
          </a:p>
          <a:p>
            <a:pPr marL="0" indent="0">
              <a:buNone/>
            </a:pPr>
            <a:r>
              <a:rPr lang="es-MX" sz="2400" dirty="0"/>
              <a:t>  • Contiene fecha, nombre completo del usuario, edad, fecha de nacimiento, dirección, nombre de algún familiar a quien avisar en caso de que se requiera,</a:t>
            </a:r>
          </a:p>
          <a:p>
            <a:r>
              <a:rPr lang="es-MX" sz="2400" dirty="0"/>
              <a:t>• Contiene el Aviso de Privacidad, conforme la Ley Federal de Protección de Datos Personales en Posesión de Particulares,</a:t>
            </a:r>
          </a:p>
          <a:p>
            <a:r>
              <a:rPr lang="es-MX" sz="2400" dirty="0"/>
              <a:t> Contiene descritas las técnicas a aplicar,</a:t>
            </a:r>
          </a:p>
          <a:p>
            <a:r>
              <a:rPr lang="es-MX" sz="2400" dirty="0"/>
              <a:t> Especifica los puntos y zonas del cuerpo que tocará de acuerdo con el efecto a lograr,</a:t>
            </a:r>
          </a:p>
        </p:txBody>
      </p:sp>
    </p:spTree>
    <p:extLst>
      <p:ext uri="{BB962C8B-B14F-4D97-AF65-F5344CB8AC3E}">
        <p14:creationId xmlns:p14="http://schemas.microsoft.com/office/powerpoint/2010/main" val="279046903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107121F2-3C25-3A5D-752E-14CE53B3FE84}"/>
              </a:ext>
            </a:extLst>
          </p:cNvPr>
          <p:cNvSpPr>
            <a:spLocks noGrp="1"/>
          </p:cNvSpPr>
          <p:nvPr>
            <p:ph idx="1"/>
          </p:nvPr>
        </p:nvSpPr>
        <p:spPr/>
        <p:txBody>
          <a:bodyPr>
            <a:normAutofit/>
          </a:bodyPr>
          <a:lstStyle/>
          <a:p>
            <a:r>
              <a:rPr lang="es-MX" sz="2800" dirty="0"/>
              <a:t>• Contiene descritas las reacciones físicas posibles que se presentan,</a:t>
            </a:r>
          </a:p>
          <a:p>
            <a:r>
              <a:rPr lang="es-MX" sz="2800" dirty="0"/>
              <a:t>• Especifica la vestimenta recomendada para la preparación de las técnicas,</a:t>
            </a:r>
          </a:p>
          <a:p>
            <a:r>
              <a:rPr lang="es-MX" sz="2800" dirty="0"/>
              <a:t>• Señala limitantes de aplicación del servicio de técnicas tradicionaleS y complementarias,</a:t>
            </a:r>
          </a:p>
          <a:p>
            <a:r>
              <a:rPr lang="es-MX" sz="2800" dirty="0"/>
              <a:t>• Describe las condiciones de preparación que debe cubrir el usuario,</a:t>
            </a:r>
          </a:p>
          <a:p>
            <a:r>
              <a:rPr lang="es-MX" sz="2800" dirty="0"/>
              <a:t>• Contiene el número de sesiones a utilizar y la duración de cada sesión,</a:t>
            </a:r>
          </a:p>
          <a:p>
            <a:endParaRPr lang="es-MX" dirty="0"/>
          </a:p>
        </p:txBody>
      </p:sp>
    </p:spTree>
    <p:extLst>
      <p:ext uri="{BB962C8B-B14F-4D97-AF65-F5344CB8AC3E}">
        <p14:creationId xmlns:p14="http://schemas.microsoft.com/office/powerpoint/2010/main" val="55831882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31936708-86C1-F48E-F3A4-F9016AE1514E}"/>
              </a:ext>
            </a:extLst>
          </p:cNvPr>
          <p:cNvSpPr>
            <a:spLocks noGrp="1"/>
          </p:cNvSpPr>
          <p:nvPr>
            <p:ph idx="1"/>
          </p:nvPr>
        </p:nvSpPr>
        <p:spPr/>
        <p:txBody>
          <a:bodyPr>
            <a:normAutofit/>
          </a:bodyPr>
          <a:lstStyle/>
          <a:p>
            <a:r>
              <a:rPr lang="es-MX" sz="2800" dirty="0"/>
              <a:t>• Contiene los objetivos a alcanzar por sesión y los efectos generales,</a:t>
            </a:r>
          </a:p>
          <a:p>
            <a:r>
              <a:rPr lang="es-MX" sz="2800" dirty="0"/>
              <a:t>• Contiene la rúbrica/firma/ huella de conformidad del usuario,</a:t>
            </a:r>
          </a:p>
          <a:p>
            <a:r>
              <a:rPr lang="es-MX" sz="2800" dirty="0"/>
              <a:t>• Está integrada al expediente del usuario, y</a:t>
            </a:r>
          </a:p>
          <a:p>
            <a:r>
              <a:rPr lang="es-MX" sz="2800" dirty="0"/>
              <a:t>• Contiene nombre y firma/huella digital del usuario y de quien otorga el servicio tradicional y complementario.</a:t>
            </a:r>
          </a:p>
          <a:p>
            <a:endParaRPr lang="es-MX" sz="2800" dirty="0"/>
          </a:p>
          <a:p>
            <a:endParaRPr lang="es-MX" dirty="0"/>
          </a:p>
        </p:txBody>
      </p:sp>
    </p:spTree>
    <p:extLst>
      <p:ext uri="{BB962C8B-B14F-4D97-AF65-F5344CB8AC3E}">
        <p14:creationId xmlns:p14="http://schemas.microsoft.com/office/powerpoint/2010/main" val="26336647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E01D4FB-AB2D-C158-0145-02C47F390755}"/>
              </a:ext>
            </a:extLst>
          </p:cNvPr>
          <p:cNvSpPr>
            <a:spLocks noGrp="1"/>
          </p:cNvSpPr>
          <p:nvPr>
            <p:ph type="title"/>
          </p:nvPr>
        </p:nvSpPr>
        <p:spPr>
          <a:xfrm>
            <a:off x="528809" y="548640"/>
            <a:ext cx="11215171" cy="1179576"/>
          </a:xfrm>
        </p:spPr>
        <p:txBody>
          <a:bodyPr>
            <a:normAutofit fontScale="90000"/>
          </a:bodyPr>
          <a:lstStyle/>
          <a:p>
            <a:r>
              <a:rPr lang="es-MX" sz="2400" b="1" dirty="0">
                <a:effectLst/>
                <a:latin typeface="Arial" panose="020B0604020202020204" pitchFamily="34" charset="0"/>
              </a:rPr>
              <a:t>Elemento 4 de 4 </a:t>
            </a:r>
            <a:br>
              <a:rPr lang="es-MX" sz="1600" dirty="0"/>
            </a:br>
            <a:r>
              <a:rPr lang="es-MX" sz="2400" dirty="0">
                <a:effectLst/>
                <a:latin typeface="ArialMT"/>
              </a:rPr>
              <a:t>Dar seguimiento al usuario en la contribución tradicional y complementaria de la recuperación de las condiciones físicas y socioemocionales de las personas </a:t>
            </a:r>
            <a:br>
              <a:rPr lang="es-MX" sz="1600" dirty="0"/>
            </a:br>
            <a:br>
              <a:rPr lang="es-MX" sz="1600" dirty="0"/>
            </a:br>
            <a:r>
              <a:rPr lang="es-MX" sz="1800" dirty="0">
                <a:effectLst/>
                <a:latin typeface="ArialMT"/>
              </a:rPr>
              <a:t>CRITERIOS DE EVALUACIÓN</a:t>
            </a:r>
            <a:br>
              <a:rPr lang="es-MX" sz="1800" dirty="0">
                <a:effectLst/>
                <a:latin typeface="ArialMT"/>
              </a:rPr>
            </a:br>
            <a:r>
              <a:rPr lang="es-MX" sz="1800" dirty="0">
                <a:effectLst/>
                <a:latin typeface="ArialMT"/>
              </a:rPr>
              <a:t>La persona es competente cuando demuestra los siguientes: DESEMPEÑOS </a:t>
            </a:r>
            <a:br>
              <a:rPr lang="es-MX" sz="1100" dirty="0"/>
            </a:br>
            <a:endParaRPr lang="es-MX" sz="2400" dirty="0"/>
          </a:p>
        </p:txBody>
      </p:sp>
      <p:sp>
        <p:nvSpPr>
          <p:cNvPr id="3" name="Marcador de contenido 2">
            <a:extLst>
              <a:ext uri="{FF2B5EF4-FFF2-40B4-BE49-F238E27FC236}">
                <a16:creationId xmlns:a16="http://schemas.microsoft.com/office/drawing/2014/main" id="{52BE59F1-F566-352E-6287-8508C96CE7FD}"/>
              </a:ext>
            </a:extLst>
          </p:cNvPr>
          <p:cNvSpPr>
            <a:spLocks noGrp="1"/>
          </p:cNvSpPr>
          <p:nvPr>
            <p:ph idx="1"/>
          </p:nvPr>
        </p:nvSpPr>
        <p:spPr>
          <a:xfrm>
            <a:off x="0" y="1983036"/>
            <a:ext cx="11283696" cy="4337341"/>
          </a:xfrm>
        </p:spPr>
        <p:txBody>
          <a:bodyPr>
            <a:normAutofit/>
          </a:bodyPr>
          <a:lstStyle/>
          <a:p>
            <a:r>
              <a:rPr lang="es-MX" sz="2600" dirty="0">
                <a:effectLst/>
                <a:latin typeface="ArialMT"/>
              </a:rPr>
              <a:t>1. Aplica encuesta de satisfacción: </a:t>
            </a:r>
            <a:endParaRPr lang="es-MX" sz="2600" dirty="0"/>
          </a:p>
          <a:p>
            <a:pPr>
              <a:buFont typeface="Arial" panose="020B0604020202020204" pitchFamily="34" charset="0"/>
              <a:buChar char="•"/>
            </a:pPr>
            <a:r>
              <a:rPr lang="es-MX" sz="2600" dirty="0">
                <a:effectLst/>
                <a:latin typeface="ArialMT"/>
              </a:rPr>
              <a:t>Al término del servicio, </a:t>
            </a:r>
            <a:endParaRPr lang="es-MX" sz="2600" dirty="0">
              <a:effectLst/>
              <a:latin typeface="SymbolMT"/>
            </a:endParaRPr>
          </a:p>
          <a:p>
            <a:pPr>
              <a:buFont typeface="Arial" panose="020B0604020202020204" pitchFamily="34" charset="0"/>
              <a:buChar char="•"/>
            </a:pPr>
            <a:r>
              <a:rPr lang="es-MX" sz="2600" dirty="0">
                <a:effectLst/>
                <a:latin typeface="ArialMT"/>
              </a:rPr>
              <a:t>Explicando las instrucciones para su llenado, </a:t>
            </a:r>
            <a:endParaRPr lang="es-MX" sz="2600" dirty="0">
              <a:effectLst/>
              <a:latin typeface="SymbolMT"/>
            </a:endParaRPr>
          </a:p>
          <a:p>
            <a:pPr>
              <a:buFont typeface="Arial" panose="020B0604020202020204" pitchFamily="34" charset="0"/>
              <a:buChar char="•"/>
            </a:pPr>
            <a:r>
              <a:rPr lang="es-MX" sz="2600" dirty="0">
                <a:effectLst/>
                <a:latin typeface="ArialMT"/>
              </a:rPr>
              <a:t>Recibiendo comentarios acerca del servicio, y </a:t>
            </a:r>
            <a:endParaRPr lang="es-MX" sz="2600" dirty="0">
              <a:effectLst/>
              <a:latin typeface="SymbolMT"/>
            </a:endParaRPr>
          </a:p>
          <a:p>
            <a:pPr>
              <a:buFont typeface="Arial" panose="020B0604020202020204" pitchFamily="34" charset="0"/>
              <a:buChar char="•"/>
            </a:pPr>
            <a:r>
              <a:rPr lang="es-MX" sz="2600" dirty="0">
                <a:effectLst/>
                <a:latin typeface="ArialMT"/>
              </a:rPr>
              <a:t>Agradeciendo al usuario su colaboración y comentarios. </a:t>
            </a:r>
            <a:endParaRPr lang="es-MX" sz="2600" dirty="0">
              <a:effectLst/>
              <a:latin typeface="SymbolMT"/>
            </a:endParaRPr>
          </a:p>
          <a:p>
            <a:endParaRPr lang="es-MX" sz="2400" dirty="0"/>
          </a:p>
        </p:txBody>
      </p:sp>
    </p:spTree>
    <p:extLst>
      <p:ext uri="{BB962C8B-B14F-4D97-AF65-F5344CB8AC3E}">
        <p14:creationId xmlns:p14="http://schemas.microsoft.com/office/powerpoint/2010/main" val="219418503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B3B8EFBB-F1D0-4F43-3618-16778D6F8D7C}"/>
              </a:ext>
            </a:extLst>
          </p:cNvPr>
          <p:cNvSpPr>
            <a:spLocks noGrp="1"/>
          </p:cNvSpPr>
          <p:nvPr>
            <p:ph idx="1"/>
          </p:nvPr>
        </p:nvSpPr>
        <p:spPr/>
        <p:txBody>
          <a:bodyPr>
            <a:normAutofit/>
          </a:bodyPr>
          <a:lstStyle/>
          <a:p>
            <a:r>
              <a:rPr lang="es-MX" sz="2800" dirty="0">
                <a:effectLst/>
                <a:latin typeface="ArialMT"/>
              </a:rPr>
              <a:t>2. Acuerda con el usuario el programa de seguimiento: </a:t>
            </a:r>
            <a:endParaRPr lang="es-MX" sz="2800" dirty="0"/>
          </a:p>
          <a:p>
            <a:pPr>
              <a:buFont typeface="Arial" panose="020B0604020202020204" pitchFamily="34" charset="0"/>
              <a:buChar char="•"/>
            </a:pPr>
            <a:r>
              <a:rPr lang="es-MX" sz="2800" dirty="0">
                <a:effectLst/>
                <a:latin typeface="ArialMT"/>
              </a:rPr>
              <a:t>Una vez finalizado el servicio, </a:t>
            </a:r>
            <a:endParaRPr lang="es-MX" sz="2800" dirty="0">
              <a:effectLst/>
              <a:latin typeface="SymbolMT"/>
            </a:endParaRPr>
          </a:p>
          <a:p>
            <a:pPr>
              <a:buFont typeface="Arial" panose="020B0604020202020204" pitchFamily="34" charset="0"/>
              <a:buChar char="•"/>
            </a:pPr>
            <a:r>
              <a:rPr lang="es-MX" sz="2800" dirty="0">
                <a:effectLst/>
                <a:latin typeface="ArialMT"/>
              </a:rPr>
              <a:t>Atendiendo las indicaciones del profesional que otorgo la atención tradicional y  complementaria, </a:t>
            </a:r>
            <a:endParaRPr lang="es-MX" sz="2800" dirty="0">
              <a:effectLst/>
              <a:latin typeface="SymbolMT"/>
            </a:endParaRPr>
          </a:p>
          <a:p>
            <a:pPr>
              <a:buFont typeface="Arial" panose="020B0604020202020204" pitchFamily="34" charset="0"/>
              <a:buChar char="•"/>
            </a:pPr>
            <a:r>
              <a:rPr lang="es-MX" sz="2800" dirty="0">
                <a:effectLst/>
                <a:latin typeface="ArialMT"/>
              </a:rPr>
              <a:t>Mencionando el objetivo a alcanzar por sesión con la atención tradicional y complementaria, </a:t>
            </a:r>
            <a:endParaRPr lang="es-MX" sz="2800" dirty="0">
              <a:effectLst/>
              <a:latin typeface="SymbolMT"/>
            </a:endParaRPr>
          </a:p>
          <a:p>
            <a:pPr>
              <a:buFont typeface="Arial" panose="020B0604020202020204" pitchFamily="34" charset="0"/>
              <a:buChar char="•"/>
            </a:pPr>
            <a:r>
              <a:rPr lang="es-MX" sz="2800" dirty="0">
                <a:effectLst/>
                <a:latin typeface="ArialMT"/>
              </a:rPr>
              <a:t>Proponiendo fechas y horarios, </a:t>
            </a:r>
            <a:endParaRPr lang="es-MX" sz="2800" dirty="0">
              <a:effectLst/>
              <a:latin typeface="SymbolMT"/>
            </a:endParaRPr>
          </a:p>
          <a:p>
            <a:endParaRPr lang="es-MX" dirty="0"/>
          </a:p>
        </p:txBody>
      </p:sp>
    </p:spTree>
    <p:extLst>
      <p:ext uri="{BB962C8B-B14F-4D97-AF65-F5344CB8AC3E}">
        <p14:creationId xmlns:p14="http://schemas.microsoft.com/office/powerpoint/2010/main" val="320909835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4A97EE7B-A11B-A219-D759-293B69A5307A}"/>
              </a:ext>
            </a:extLst>
          </p:cNvPr>
          <p:cNvSpPr>
            <a:spLocks noGrp="1"/>
          </p:cNvSpPr>
          <p:nvPr>
            <p:ph idx="1"/>
          </p:nvPr>
        </p:nvSpPr>
        <p:spPr/>
        <p:txBody>
          <a:bodyPr>
            <a:normAutofit/>
          </a:bodyPr>
          <a:lstStyle/>
          <a:p>
            <a:pPr>
              <a:buFont typeface="Arial" panose="020B0604020202020204" pitchFamily="34" charset="0"/>
              <a:buChar char="•"/>
            </a:pPr>
            <a:r>
              <a:rPr lang="es-MX" sz="2800" dirty="0">
                <a:effectLst/>
                <a:latin typeface="ArialMT"/>
              </a:rPr>
              <a:t>Acordando fechas y horarios, </a:t>
            </a:r>
            <a:endParaRPr lang="es-MX" sz="2800" dirty="0">
              <a:effectLst/>
              <a:latin typeface="SymbolMT"/>
            </a:endParaRPr>
          </a:p>
          <a:p>
            <a:pPr>
              <a:buFont typeface="Arial" panose="020B0604020202020204" pitchFamily="34" charset="0"/>
              <a:buChar char="•"/>
            </a:pPr>
            <a:r>
              <a:rPr lang="es-MX" sz="2800" dirty="0">
                <a:effectLst/>
                <a:latin typeface="ArialMT"/>
              </a:rPr>
              <a:t>Resaltando las recomendaciones para su tratamiento por parte del especialista de la atención tradicional y complementaria, </a:t>
            </a:r>
            <a:endParaRPr lang="es-MX" sz="2800" dirty="0">
              <a:effectLst/>
              <a:latin typeface="SymbolMT"/>
            </a:endParaRPr>
          </a:p>
          <a:p>
            <a:pPr>
              <a:buFont typeface="Arial" panose="020B0604020202020204" pitchFamily="34" charset="0"/>
              <a:buChar char="•"/>
            </a:pPr>
            <a:r>
              <a:rPr lang="es-MX" sz="2800" dirty="0">
                <a:effectLst/>
                <a:latin typeface="ArialMT"/>
              </a:rPr>
              <a:t>Indicando que la atención será permanente para la aclaración de dudas/manifestación de inquietudes/consulta de información respecto al servicio recibido, y </a:t>
            </a:r>
            <a:endParaRPr lang="es-MX" sz="2800" dirty="0">
              <a:effectLst/>
              <a:latin typeface="SymbolMT"/>
            </a:endParaRPr>
          </a:p>
          <a:p>
            <a:pPr>
              <a:buFont typeface="Arial" panose="020B0604020202020204" pitchFamily="34" charset="0"/>
              <a:buChar char="•"/>
            </a:pPr>
            <a:r>
              <a:rPr lang="es-MX" sz="2800" dirty="0">
                <a:effectLst/>
                <a:latin typeface="ArialMT"/>
              </a:rPr>
              <a:t>Confirmando que se hayan resuelto las dudas planteadas. </a:t>
            </a:r>
            <a:endParaRPr lang="es-MX" sz="2800" dirty="0">
              <a:effectLst/>
              <a:latin typeface="SymbolMT"/>
            </a:endParaRPr>
          </a:p>
          <a:p>
            <a:endParaRPr lang="es-MX" dirty="0"/>
          </a:p>
        </p:txBody>
      </p:sp>
    </p:spTree>
    <p:extLst>
      <p:ext uri="{BB962C8B-B14F-4D97-AF65-F5344CB8AC3E}">
        <p14:creationId xmlns:p14="http://schemas.microsoft.com/office/powerpoint/2010/main" val="257558084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65B6911D-FC36-95BF-E701-5C32D93E84F0}"/>
              </a:ext>
            </a:extLst>
          </p:cNvPr>
          <p:cNvSpPr>
            <a:spLocks noGrp="1"/>
          </p:cNvSpPr>
          <p:nvPr>
            <p:ph idx="1"/>
          </p:nvPr>
        </p:nvSpPr>
        <p:spPr/>
        <p:txBody>
          <a:bodyPr/>
          <a:lstStyle/>
          <a:p>
            <a:r>
              <a:rPr lang="es-MX" sz="1800" dirty="0">
                <a:effectLst/>
                <a:latin typeface="ArialMT"/>
              </a:rPr>
              <a:t>3. Asegura el medio de contacto para el seguimiento al usuario: </a:t>
            </a:r>
            <a:endParaRPr lang="es-MX" dirty="0"/>
          </a:p>
          <a:p>
            <a:pPr>
              <a:buFont typeface="Arial" panose="020B0604020202020204" pitchFamily="34" charset="0"/>
              <a:buChar char="•"/>
            </a:pPr>
            <a:r>
              <a:rPr lang="es-MX" sz="1800" dirty="0">
                <a:effectLst/>
                <a:latin typeface="ArialMT"/>
              </a:rPr>
              <a:t>Solicitando la vía más viable para mantener la comunicación, </a:t>
            </a:r>
            <a:endParaRPr lang="es-MX" sz="1800" dirty="0">
              <a:effectLst/>
              <a:latin typeface="SymbolMT"/>
            </a:endParaRPr>
          </a:p>
          <a:p>
            <a:pPr>
              <a:buFont typeface="Arial" panose="020B0604020202020204" pitchFamily="34" charset="0"/>
              <a:buChar char="•"/>
            </a:pPr>
            <a:r>
              <a:rPr lang="es-MX" sz="1800" dirty="0">
                <a:effectLst/>
                <a:latin typeface="ArialMT"/>
              </a:rPr>
              <a:t>Registrando teléfono fijo/teléfono celular/correo electrónico/redes sociales, </a:t>
            </a:r>
            <a:endParaRPr lang="es-MX" sz="1800" dirty="0">
              <a:effectLst/>
              <a:latin typeface="SymbolMT"/>
            </a:endParaRPr>
          </a:p>
          <a:p>
            <a:pPr>
              <a:buFont typeface="Arial" panose="020B0604020202020204" pitchFamily="34" charset="0"/>
              <a:buChar char="•"/>
            </a:pPr>
            <a:r>
              <a:rPr lang="es-MX" sz="1800" dirty="0">
                <a:effectLst/>
                <a:latin typeface="ArialMT"/>
              </a:rPr>
              <a:t>Proporcionándole datos del Centro de Atención Tradicional y Complementaria y los datos de </a:t>
            </a:r>
            <a:endParaRPr lang="es-MX" sz="1800" dirty="0">
              <a:effectLst/>
              <a:latin typeface="SymbolMT"/>
            </a:endParaRPr>
          </a:p>
          <a:p>
            <a:pPr marL="0" indent="0">
              <a:buNone/>
            </a:pPr>
            <a:r>
              <a:rPr lang="es-MX" sz="1800" dirty="0">
                <a:effectLst/>
                <a:latin typeface="ArialMT"/>
              </a:rPr>
              <a:t>     atención telefónica, y Agradeciendo su asistencia, disposición y confianza. </a:t>
            </a:r>
            <a:endParaRPr lang="es-MX" sz="1800" dirty="0">
              <a:effectLst/>
              <a:latin typeface="SymbolMT"/>
            </a:endParaRPr>
          </a:p>
          <a:p>
            <a:endParaRPr lang="es-MX" dirty="0"/>
          </a:p>
        </p:txBody>
      </p:sp>
    </p:spTree>
    <p:extLst>
      <p:ext uri="{BB962C8B-B14F-4D97-AF65-F5344CB8AC3E}">
        <p14:creationId xmlns:p14="http://schemas.microsoft.com/office/powerpoint/2010/main" val="315669615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2CB7A34-EEC1-639E-7A1A-A844F6FC6C1D}"/>
              </a:ext>
            </a:extLst>
          </p:cNvPr>
          <p:cNvSpPr>
            <a:spLocks noGrp="1"/>
          </p:cNvSpPr>
          <p:nvPr>
            <p:ph type="title"/>
          </p:nvPr>
        </p:nvSpPr>
        <p:spPr/>
        <p:txBody>
          <a:bodyPr/>
          <a:lstStyle/>
          <a:p>
            <a:r>
              <a:rPr lang="es-MX" sz="1800" dirty="0">
                <a:effectLst/>
                <a:latin typeface="ArialMT"/>
              </a:rPr>
              <a:t>La persona es competente cuando obtiene los siguientes: </a:t>
            </a:r>
            <a:br>
              <a:rPr lang="es-MX" dirty="0">
                <a:effectLst/>
              </a:rPr>
            </a:br>
            <a:r>
              <a:rPr lang="es-MX" sz="1800" dirty="0">
                <a:effectLst/>
                <a:latin typeface="ArialMT"/>
              </a:rPr>
              <a:t>PRODUCTOS </a:t>
            </a:r>
            <a:br>
              <a:rPr lang="es-MX" dirty="0">
                <a:effectLst/>
              </a:rPr>
            </a:br>
            <a:endParaRPr lang="es-MX" dirty="0"/>
          </a:p>
        </p:txBody>
      </p:sp>
      <p:sp>
        <p:nvSpPr>
          <p:cNvPr id="3" name="Marcador de contenido 2">
            <a:extLst>
              <a:ext uri="{FF2B5EF4-FFF2-40B4-BE49-F238E27FC236}">
                <a16:creationId xmlns:a16="http://schemas.microsoft.com/office/drawing/2014/main" id="{9888ABD3-5A5E-A047-C3DC-2E2A43710ACC}"/>
              </a:ext>
            </a:extLst>
          </p:cNvPr>
          <p:cNvSpPr>
            <a:spLocks noGrp="1"/>
          </p:cNvSpPr>
          <p:nvPr>
            <p:ph idx="1"/>
          </p:nvPr>
        </p:nvSpPr>
        <p:spPr/>
        <p:txBody>
          <a:bodyPr/>
          <a:lstStyle/>
          <a:p>
            <a:r>
              <a:rPr lang="es-MX" sz="1800" dirty="0">
                <a:effectLst/>
                <a:latin typeface="ArialMT"/>
              </a:rPr>
              <a:t>. Plan de Seguimiento elaborado: </a:t>
            </a:r>
            <a:endParaRPr lang="es-MX" dirty="0"/>
          </a:p>
          <a:p>
            <a:pPr>
              <a:buFont typeface="Arial" panose="020B0604020202020204" pitchFamily="34" charset="0"/>
              <a:buChar char="•"/>
            </a:pPr>
            <a:r>
              <a:rPr lang="es-MX" sz="1800" dirty="0">
                <a:effectLst/>
                <a:latin typeface="ArialMT"/>
              </a:rPr>
              <a:t>Contiene datos que incluyen información general sobre fechas y horarios, </a:t>
            </a:r>
            <a:endParaRPr lang="es-MX" sz="1800" dirty="0">
              <a:effectLst/>
              <a:latin typeface="SymbolMT"/>
            </a:endParaRPr>
          </a:p>
          <a:p>
            <a:pPr>
              <a:buFont typeface="Arial" panose="020B0604020202020204" pitchFamily="34" charset="0"/>
              <a:buChar char="•"/>
            </a:pPr>
            <a:r>
              <a:rPr lang="es-MX" sz="1800" dirty="0">
                <a:effectLst/>
                <a:latin typeface="ArialMT"/>
              </a:rPr>
              <a:t>Señala el medio de contacto para el seguimiento: encuentro presencial/ llamada </a:t>
            </a:r>
            <a:endParaRPr lang="es-MX" sz="1800" dirty="0">
              <a:effectLst/>
              <a:latin typeface="SymbolMT"/>
            </a:endParaRPr>
          </a:p>
          <a:p>
            <a:pPr marL="0" indent="0">
              <a:buNone/>
            </a:pPr>
            <a:r>
              <a:rPr lang="es-MX" sz="1800" dirty="0">
                <a:effectLst/>
                <a:latin typeface="ArialMT"/>
              </a:rPr>
              <a:t>    telefónica/correo electrónico/mensaje telefónico/plataformas digitales, </a:t>
            </a:r>
            <a:endParaRPr lang="es-MX" sz="1800" dirty="0">
              <a:effectLst/>
              <a:latin typeface="SymbolMT"/>
            </a:endParaRPr>
          </a:p>
          <a:p>
            <a:pPr>
              <a:buFont typeface="Arial" panose="020B0604020202020204" pitchFamily="34" charset="0"/>
              <a:buChar char="•"/>
            </a:pPr>
            <a:r>
              <a:rPr lang="es-MX" sz="1800" dirty="0">
                <a:effectLst/>
                <a:latin typeface="ArialMT"/>
              </a:rPr>
              <a:t>Contiene número de sesiones programadas, su frecuencia y duración, </a:t>
            </a:r>
            <a:endParaRPr lang="es-MX" sz="1800" dirty="0">
              <a:effectLst/>
              <a:latin typeface="SymbolMT"/>
            </a:endParaRPr>
          </a:p>
          <a:p>
            <a:pPr>
              <a:buFont typeface="Arial" panose="020B0604020202020204" pitchFamily="34" charset="0"/>
              <a:buChar char="•"/>
            </a:pPr>
            <a:r>
              <a:rPr lang="es-MX" sz="1800" dirty="0">
                <a:effectLst/>
                <a:latin typeface="ArialMT"/>
              </a:rPr>
              <a:t>Contiene el plan de sesión programado, y </a:t>
            </a:r>
            <a:endParaRPr lang="es-MX" sz="1800" dirty="0">
              <a:effectLst/>
              <a:latin typeface="SymbolMT"/>
            </a:endParaRPr>
          </a:p>
          <a:p>
            <a:pPr>
              <a:buFont typeface="Arial" panose="020B0604020202020204" pitchFamily="34" charset="0"/>
              <a:buChar char="•"/>
            </a:pPr>
            <a:r>
              <a:rPr lang="es-MX" sz="1800" dirty="0">
                <a:effectLst/>
                <a:latin typeface="ArialMT"/>
              </a:rPr>
              <a:t>Contiene nombre y firma/huella digital del usuario y de quien otorga el servicio tradicional y </a:t>
            </a:r>
            <a:endParaRPr lang="es-MX" sz="1800" dirty="0">
              <a:effectLst/>
              <a:latin typeface="SymbolMT"/>
            </a:endParaRPr>
          </a:p>
          <a:p>
            <a:pPr>
              <a:buFont typeface="Arial" panose="020B0604020202020204" pitchFamily="34" charset="0"/>
              <a:buChar char="•"/>
            </a:pPr>
            <a:r>
              <a:rPr lang="es-MX" sz="1800" dirty="0">
                <a:effectLst/>
                <a:latin typeface="ArialMT"/>
              </a:rPr>
              <a:t>complementario. </a:t>
            </a:r>
            <a:endParaRPr lang="es-MX" sz="1800" dirty="0">
              <a:effectLst/>
              <a:latin typeface="SymbolMT"/>
            </a:endParaRPr>
          </a:p>
          <a:p>
            <a:endParaRPr lang="es-MX" dirty="0"/>
          </a:p>
        </p:txBody>
      </p:sp>
    </p:spTree>
    <p:extLst>
      <p:ext uri="{BB962C8B-B14F-4D97-AF65-F5344CB8AC3E}">
        <p14:creationId xmlns:p14="http://schemas.microsoft.com/office/powerpoint/2010/main" val="348374937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EE1B3227-C3E2-24C8-EE14-63AC9DF685E9}"/>
              </a:ext>
            </a:extLst>
          </p:cNvPr>
          <p:cNvSpPr>
            <a:spLocks noGrp="1"/>
          </p:cNvSpPr>
          <p:nvPr>
            <p:ph idx="1"/>
          </p:nvPr>
        </p:nvSpPr>
        <p:spPr/>
        <p:txBody>
          <a:bodyPr>
            <a:normAutofit/>
          </a:bodyPr>
          <a:lstStyle/>
          <a:p>
            <a:r>
              <a:rPr lang="es-MX" sz="1800" dirty="0">
                <a:effectLst/>
                <a:latin typeface="ArialMT"/>
              </a:rPr>
              <a:t>2. El Plan de sesión elaborado: </a:t>
            </a:r>
            <a:endParaRPr lang="es-MX" dirty="0"/>
          </a:p>
          <a:p>
            <a:pPr>
              <a:buFont typeface="Arial" panose="020B0604020202020204" pitchFamily="34" charset="0"/>
              <a:buChar char="•"/>
            </a:pPr>
            <a:r>
              <a:rPr lang="es-MX" sz="1800" dirty="0">
                <a:effectLst/>
                <a:latin typeface="ArialMT"/>
              </a:rPr>
              <a:t>Se integra en el Plan de Seguimiento, </a:t>
            </a:r>
            <a:endParaRPr lang="es-MX" sz="1800" dirty="0">
              <a:effectLst/>
              <a:latin typeface="SymbolMT"/>
            </a:endParaRPr>
          </a:p>
          <a:p>
            <a:pPr>
              <a:buFont typeface="Arial" panose="020B0604020202020204" pitchFamily="34" charset="0"/>
              <a:buChar char="•"/>
            </a:pPr>
            <a:r>
              <a:rPr lang="es-MX" sz="1800" dirty="0">
                <a:effectLst/>
                <a:latin typeface="ArialMT"/>
              </a:rPr>
              <a:t>Contiene por cada sesión de atención, número, fecha, hora de inicio y término y el registro de </a:t>
            </a:r>
            <a:endParaRPr lang="es-MX" sz="1800" dirty="0">
              <a:effectLst/>
              <a:latin typeface="SymbolMT"/>
            </a:endParaRPr>
          </a:p>
          <a:p>
            <a:pPr marL="0" indent="0">
              <a:buNone/>
            </a:pPr>
            <a:r>
              <a:rPr lang="es-MX" sz="1800" dirty="0">
                <a:effectLst/>
                <a:latin typeface="ArialMT"/>
              </a:rPr>
              <a:t>    los signos vitales, </a:t>
            </a:r>
            <a:endParaRPr lang="es-MX" sz="1800" dirty="0">
              <a:effectLst/>
              <a:latin typeface="SymbolMT"/>
            </a:endParaRPr>
          </a:p>
          <a:p>
            <a:pPr>
              <a:buFont typeface="Arial" panose="020B0604020202020204" pitchFamily="34" charset="0"/>
              <a:buChar char="•"/>
            </a:pPr>
            <a:r>
              <a:rPr lang="es-MX" sz="1800" dirty="0">
                <a:effectLst/>
                <a:latin typeface="ArialMT"/>
              </a:rPr>
              <a:t>Describe las actividades/intervenciones/atención que se otorgará en el servicio al usuario, </a:t>
            </a:r>
            <a:endParaRPr lang="es-MX" sz="1800" dirty="0">
              <a:effectLst/>
              <a:latin typeface="SymbolMT"/>
            </a:endParaRPr>
          </a:p>
          <a:p>
            <a:pPr>
              <a:buFont typeface="Arial" panose="020B0604020202020204" pitchFamily="34" charset="0"/>
              <a:buChar char="•"/>
            </a:pPr>
            <a:r>
              <a:rPr lang="es-MX" sz="1800" dirty="0">
                <a:effectLst/>
                <a:latin typeface="ArialMT"/>
              </a:rPr>
              <a:t>Incluye notas de evolución y el pronóstico del número de sesiones de atención que serán </a:t>
            </a:r>
            <a:endParaRPr lang="es-MX" sz="1800" dirty="0">
              <a:effectLst/>
              <a:latin typeface="SymbolMT"/>
            </a:endParaRPr>
          </a:p>
          <a:p>
            <a:pPr marL="0" indent="0">
              <a:buNone/>
            </a:pPr>
            <a:r>
              <a:rPr lang="es-MX" sz="1800" dirty="0">
                <a:effectLst/>
                <a:latin typeface="ArialMT"/>
              </a:rPr>
              <a:t>      necesarias para el bienestar del usuario, e Incluye para realizar en casa </a:t>
            </a:r>
          </a:p>
          <a:p>
            <a:pPr marL="0" indent="0">
              <a:buNone/>
            </a:pPr>
            <a:r>
              <a:rPr lang="es-MX" sz="1800" dirty="0">
                <a:latin typeface="ArialMT"/>
              </a:rPr>
              <a:t>    </a:t>
            </a:r>
            <a:r>
              <a:rPr lang="es-MX" sz="1800" dirty="0">
                <a:effectLst/>
                <a:latin typeface="ArialMT"/>
              </a:rPr>
              <a:t> actividades/tareas/ejercicios que coadyuven a la atención recibida. </a:t>
            </a:r>
            <a:endParaRPr lang="es-MX" sz="1800" dirty="0">
              <a:effectLst/>
              <a:latin typeface="SymbolMT"/>
            </a:endParaRPr>
          </a:p>
          <a:p>
            <a:endParaRPr lang="es-MX" dirty="0"/>
          </a:p>
        </p:txBody>
      </p:sp>
    </p:spTree>
    <p:extLst>
      <p:ext uri="{BB962C8B-B14F-4D97-AF65-F5344CB8AC3E}">
        <p14:creationId xmlns:p14="http://schemas.microsoft.com/office/powerpoint/2010/main" val="106812673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B660DF7-F54D-7BFF-79B5-0B372C96FB8D}"/>
              </a:ext>
            </a:extLst>
          </p:cNvPr>
          <p:cNvSpPr>
            <a:spLocks noGrp="1"/>
          </p:cNvSpPr>
          <p:nvPr>
            <p:ph type="title"/>
          </p:nvPr>
        </p:nvSpPr>
        <p:spPr>
          <a:xfrm>
            <a:off x="1263520" y="1272800"/>
            <a:ext cx="6544620" cy="4312402"/>
          </a:xfrm>
        </p:spPr>
        <p:txBody>
          <a:bodyPr vert="horz" lIns="91440" tIns="45720" rIns="91440" bIns="45720" rtlCol="0" anchor="ctr">
            <a:normAutofit/>
          </a:bodyPr>
          <a:lstStyle/>
          <a:p>
            <a:pPr algn="r">
              <a:lnSpc>
                <a:spcPct val="83000"/>
              </a:lnSpc>
            </a:pPr>
            <a:r>
              <a:rPr lang="en-US" sz="5800" cap="all" spc="-100">
                <a:solidFill>
                  <a:schemeClr val="tx1"/>
                </a:solidFill>
              </a:rPr>
              <a:t>INTRODUCCION AL SISTEMA DE COMPETENCIAS</a:t>
            </a:r>
          </a:p>
        </p:txBody>
      </p:sp>
      <p:pic>
        <p:nvPicPr>
          <p:cNvPr id="4" name="Imagen 3">
            <a:extLst>
              <a:ext uri="{FF2B5EF4-FFF2-40B4-BE49-F238E27FC236}">
                <a16:creationId xmlns:a16="http://schemas.microsoft.com/office/drawing/2014/main" id="{1DA47310-25E3-D9B4-FD8F-642C0EB48A9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30105" y="5577639"/>
            <a:ext cx="1230101" cy="1230101"/>
          </a:xfrm>
          <a:prstGeom prst="rect">
            <a:avLst/>
          </a:prstGeom>
        </p:spPr>
      </p:pic>
    </p:spTree>
    <p:extLst>
      <p:ext uri="{BB962C8B-B14F-4D97-AF65-F5344CB8AC3E}">
        <p14:creationId xmlns:p14="http://schemas.microsoft.com/office/powerpoint/2010/main" val="2943550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54FFB95-0586-C04A-6125-665F6C90C9EC}"/>
              </a:ext>
            </a:extLst>
          </p:cNvPr>
          <p:cNvSpPr>
            <a:spLocks noGrp="1"/>
          </p:cNvSpPr>
          <p:nvPr>
            <p:ph type="title"/>
          </p:nvPr>
        </p:nvSpPr>
        <p:spPr>
          <a:xfrm>
            <a:off x="1030647" y="296164"/>
            <a:ext cx="10130705" cy="342477"/>
          </a:xfrm>
        </p:spPr>
        <p:txBody>
          <a:bodyPr wrap="square">
            <a:normAutofit/>
          </a:bodyPr>
          <a:lstStyle/>
          <a:p>
            <a:r>
              <a:rPr lang="es-MX"/>
              <a:t>PREGUNTAS Y RESPUESTA</a:t>
            </a:r>
          </a:p>
        </p:txBody>
      </p:sp>
      <p:pic>
        <p:nvPicPr>
          <p:cNvPr id="5" name="Picture 3" descr="Símbolos amarillo y azul">
            <a:extLst>
              <a:ext uri="{FF2B5EF4-FFF2-40B4-BE49-F238E27FC236}">
                <a16:creationId xmlns:a16="http://schemas.microsoft.com/office/drawing/2014/main" id="{C7278E4A-F7F4-91EB-133A-DB0D26885D33}"/>
              </a:ext>
            </a:extLst>
          </p:cNvPr>
          <p:cNvPicPr>
            <a:picLocks noChangeAspect="1"/>
          </p:cNvPicPr>
          <p:nvPr/>
        </p:nvPicPr>
        <p:blipFill rotWithShape="1">
          <a:blip r:embed="rId2"/>
          <a:srcRect l="2624" r="7741" b="2"/>
          <a:stretch/>
        </p:blipFill>
        <p:spPr>
          <a:xfrm>
            <a:off x="609600" y="1577340"/>
            <a:ext cx="5303520" cy="4526280"/>
          </a:xfrm>
          <a:prstGeom prst="rect">
            <a:avLst/>
          </a:prstGeom>
          <a:noFill/>
        </p:spPr>
      </p:pic>
      <p:pic>
        <p:nvPicPr>
          <p:cNvPr id="6" name="Marcador de contenido 5">
            <a:extLst>
              <a:ext uri="{FF2B5EF4-FFF2-40B4-BE49-F238E27FC236}">
                <a16:creationId xmlns:a16="http://schemas.microsoft.com/office/drawing/2014/main" id="{B8F1EF9C-52BC-20EA-DBD4-EF76440212A3}"/>
              </a:ext>
            </a:extLst>
          </p:cNvPr>
          <p:cNvPicPr>
            <a:picLocks noGrp="1" noChangeAspect="1"/>
          </p:cNvPicPr>
          <p:nvPr>
            <p:ph sz="half" idx="3"/>
          </p:nvPr>
        </p:nvPicPr>
        <p:blipFill>
          <a:blip r:embed="rId3">
            <a:extLst>
              <a:ext uri="{28A0092B-C50C-407E-A947-70E740481C1C}">
                <a14:useLocalDpi xmlns:a14="http://schemas.microsoft.com/office/drawing/2010/main" val="0"/>
              </a:ext>
            </a:extLst>
          </a:blip>
          <a:stretch>
            <a:fillRect/>
          </a:stretch>
        </p:blipFill>
        <p:spPr>
          <a:xfrm>
            <a:off x="7112000" y="1211264"/>
            <a:ext cx="4267200" cy="4706937"/>
          </a:xfrm>
          <a:prstGeom prst="rect">
            <a:avLst/>
          </a:prstGeom>
        </p:spPr>
      </p:pic>
    </p:spTree>
    <p:extLst>
      <p:ext uri="{BB962C8B-B14F-4D97-AF65-F5344CB8AC3E}">
        <p14:creationId xmlns:p14="http://schemas.microsoft.com/office/powerpoint/2010/main" val="496506904"/>
      </p:ext>
    </p:extLst>
  </p:cSld>
  <p:clrMapOvr>
    <a:masterClrMapping/>
  </p:clrMapOvr>
</p:sld>
</file>

<file path=ppt/theme/theme1.xml><?xml version="1.0" encoding="utf-8"?>
<a:theme xmlns:a="http://schemas.openxmlformats.org/drawingml/2006/main" name="Tema de Office">
  <a:themeElements>
    <a:clrScheme name="Paideia Tech">
      <a:dk1>
        <a:sysClr val="windowText" lastClr="000000"/>
      </a:dk1>
      <a:lt1>
        <a:sysClr val="window" lastClr="FFFFFF"/>
      </a:lt1>
      <a:dk2>
        <a:srgbClr val="050A1A"/>
      </a:dk2>
      <a:lt2>
        <a:srgbClr val="E7E6E6"/>
      </a:lt2>
      <a:accent1>
        <a:srgbClr val="0088FF"/>
      </a:accent1>
      <a:accent2>
        <a:srgbClr val="FFD700"/>
      </a:accent2>
      <a:accent3>
        <a:srgbClr val="050A1A"/>
      </a:accent3>
      <a:accent4>
        <a:srgbClr val="00CCFF"/>
      </a:accent4>
      <a:accent5>
        <a:srgbClr val="0088FF"/>
      </a:accent5>
      <a:accent6>
        <a:srgbClr val="FFD700"/>
      </a:accent6>
      <a:hlink>
        <a:srgbClr val="0088FF"/>
      </a:hlink>
      <a:folHlink>
        <a:srgbClr val="00CCFF"/>
      </a:folHlink>
    </a:clrScheme>
    <a:fontScheme name="Office">
      <a:majorFont>
        <a:latin typeface="Cambria"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192</TotalTime>
  <Words>4246</Words>
  <Application>Microsoft Office PowerPoint</Application>
  <PresentationFormat>Widescreen</PresentationFormat>
  <Paragraphs>346</Paragraphs>
  <Slides>62</Slides>
  <Notes>2</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62</vt:i4>
      </vt:variant>
    </vt:vector>
  </HeadingPairs>
  <TitlesOfParts>
    <vt:vector size="73" baseType="lpstr">
      <vt:lpstr>Abadi</vt:lpstr>
      <vt:lpstr>Arial</vt:lpstr>
      <vt:lpstr>ArialMT</vt:lpstr>
      <vt:lpstr>Calibri</vt:lpstr>
      <vt:lpstr>Calibri Light</vt:lpstr>
      <vt:lpstr>Lucida Sans Unicode</vt:lpstr>
      <vt:lpstr>Söhne</vt:lpstr>
      <vt:lpstr>SymbolMT</vt:lpstr>
      <vt:lpstr>Trebuchet MS</vt:lpstr>
      <vt:lpstr>Wingdings</vt:lpstr>
      <vt:lpstr>Tema de Office</vt:lpstr>
      <vt:lpstr>BIENVENIDOS</vt:lpstr>
      <vt:lpstr>PowerPoint Presentation</vt:lpstr>
      <vt:lpstr>PowerPoint Presentation</vt:lpstr>
      <vt:lpstr>REDES SOCIALES</vt:lpstr>
      <vt:lpstr>REGLAS DE OPERACIÓN Y CONVIVENCIA</vt:lpstr>
      <vt:lpstr>TEMARIO</vt:lpstr>
      <vt:lpstr>OBJETIVO GENERAL</vt:lpstr>
      <vt:lpstr>OBJETIVO PARTICULAR</vt:lpstr>
      <vt:lpstr>Y AHORA TE TOCA A TI</vt:lpstr>
      <vt:lpstr>EC 01375 Prestación de servicios auxiliares en la contribución tradicional y complementaria de la recuperación de las condiciones físicas y socioemocionales de las personas</vt:lpstr>
      <vt:lpstr>CONOCIENDO EL EC</vt:lpstr>
      <vt:lpstr>PROPOSITO</vt:lpstr>
      <vt:lpstr>Que es un estándar de competencia</vt:lpstr>
      <vt:lpstr>PowerPoint Presentation</vt:lpstr>
      <vt:lpstr>DESCRIPCION  DEL EC 1375</vt:lpstr>
      <vt:lpstr>NIVEL</vt:lpstr>
      <vt:lpstr>COMITE</vt:lpstr>
      <vt:lpstr>FECHA DE PUBLICACION EN EL DOF</vt:lpstr>
      <vt:lpstr>PowerPoint Presentation</vt:lpstr>
      <vt:lpstr>Clasificación según el sistema de Clasificación Industrial de América del Norte (SCIAN) </vt:lpstr>
      <vt:lpstr>Ocupaciones no contenidas en el Sistema Nacional de Clasificación de Ocupaciones y reconocidas en el Sector para este EC </vt:lpstr>
      <vt:lpstr>ESTANDARES RELACIONADOS</vt:lpstr>
      <vt:lpstr>Preguntas hasta aqui</vt:lpstr>
      <vt:lpstr>Aspectos relevantes de la evalucion</vt:lpstr>
      <vt:lpstr>APOYOS Y REQUIRIMIENTOS</vt:lpstr>
      <vt:lpstr>Duracion de la evaluacion</vt:lpstr>
      <vt:lpstr>Referencias de informacion</vt:lpstr>
      <vt:lpstr>Perfil del estandar de competencia</vt:lpstr>
      <vt:lpstr>Criterios de evaluacion</vt:lpstr>
      <vt:lpstr>PowerPoint Presentation</vt:lpstr>
      <vt:lpstr>Desempeños</vt:lpstr>
      <vt:lpstr>Productos</vt:lpstr>
      <vt:lpstr>PowerPoint Presentation</vt:lpstr>
      <vt:lpstr>Conocimientos</vt:lpstr>
      <vt:lpstr>Actitudes habitos y valores</vt:lpstr>
      <vt:lpstr>Elemento 2 de 4  </vt:lpstr>
      <vt:lpstr>CRITERIOS DE EVALUACION DESEMPEÑOS</vt:lpstr>
      <vt:lpstr>PowerPoint Presentation</vt:lpstr>
      <vt:lpstr>PowerPoint Presentation</vt:lpstr>
      <vt:lpstr>PowerPoint Presentation</vt:lpstr>
      <vt:lpstr>PowerPoint Presentation</vt:lpstr>
      <vt:lpstr>PowerPoint Presentation</vt:lpstr>
      <vt:lpstr>PowerPoint Presentation</vt:lpstr>
      <vt:lpstr>productos</vt:lpstr>
      <vt:lpstr>PowerPoint Presentation</vt:lpstr>
      <vt:lpstr>Conocimientos .  La persona es competente cuando posee los siguientes:  </vt:lpstr>
      <vt:lpstr>PowerPoint Presentation</vt:lpstr>
      <vt:lpstr>L APERSONA ES COMPETENTE CUANDO DEMUESTRA LAS SIGUIENTES:   ACTITUDES/HÁBITOS/VALORES  </vt:lpstr>
      <vt:lpstr>CRITERIOS DE EVALUACIÓN La persona es competente cuando demuestra los siguientes: DESEMPEÑOS  </vt:lpstr>
      <vt:lpstr>PowerPoint Presentation</vt:lpstr>
      <vt:lpstr>PowerPoint Presentation</vt:lpstr>
      <vt:lpstr>La persona es competente cuando obtiene los siguientes: PRODUCTOS  </vt:lpstr>
      <vt:lpstr>PowerPoint Presentation</vt:lpstr>
      <vt:lpstr>PowerPoint Presentation</vt:lpstr>
      <vt:lpstr>Elemento 4 de 4  Dar seguimiento al usuario en la contribución tradicional y complementaria de la recuperación de las condiciones físicas y socioemocionales de las personas   CRITERIOS DE EVALUACIÓN La persona es competente cuando demuestra los siguientes: DESEMPEÑOS  </vt:lpstr>
      <vt:lpstr>PowerPoint Presentation</vt:lpstr>
      <vt:lpstr>PowerPoint Presentation</vt:lpstr>
      <vt:lpstr>PowerPoint Presentation</vt:lpstr>
      <vt:lpstr>La persona es competente cuando obtiene los siguientes:  PRODUCTOS  </vt:lpstr>
      <vt:lpstr>PowerPoint Presentation</vt:lpstr>
      <vt:lpstr>INTRODUCCION AL SISTEMA DE COMPETENCIAS</vt:lpstr>
      <vt:lpstr>PREGUNTAS Y RESPUESTA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Lot Navarro</dc:creator>
  <cp:lastModifiedBy>לוט Lot Navarro</cp:lastModifiedBy>
  <cp:revision>3</cp:revision>
  <dcterms:created xsi:type="dcterms:W3CDTF">2023-11-12T18:22:53Z</dcterms:created>
  <dcterms:modified xsi:type="dcterms:W3CDTF">2026-08-05T02:58:14Z</dcterms:modified>
</cp:coreProperties>
</file>